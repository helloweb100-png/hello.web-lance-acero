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</p:sldMasterIdLst>
  <p:notesMasterIdLst>
    <p:notesMasterId r:id="rId18"/>
  </p:notesMasterIdLst>
  <p:sldIdLst>
    <p:sldId id="265" r:id="rId3"/>
    <p:sldId id="269" r:id="rId4"/>
    <p:sldId id="299" r:id="rId5"/>
    <p:sldId id="267" r:id="rId6"/>
    <p:sldId id="311" r:id="rId7"/>
    <p:sldId id="310" r:id="rId8"/>
    <p:sldId id="312" r:id="rId9"/>
    <p:sldId id="307" r:id="rId10"/>
    <p:sldId id="292" r:id="rId11"/>
    <p:sldId id="298" r:id="rId12"/>
    <p:sldId id="308" r:id="rId13"/>
    <p:sldId id="301" r:id="rId14"/>
    <p:sldId id="300" r:id="rId15"/>
    <p:sldId id="261" r:id="rId16"/>
    <p:sldId id="258" r:id="rId17"/>
  </p:sldIdLst>
  <p:sldSz cx="9144000" cy="6858000" type="screen4x3"/>
  <p:notesSz cx="6797675" cy="992822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0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734EEA-8B95-4B23-AC19-A0FCF1FB1A00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17A126B-65CD-4025-B98D-ACE764B1813A}">
      <dgm:prSet phldrT="[Texto]" custT="1"/>
      <dgm:spPr/>
      <dgm:t>
        <a:bodyPr/>
        <a:lstStyle/>
        <a:p>
          <a:r>
            <a:rPr lang="es-MX" sz="1600" dirty="0"/>
            <a:t>DIRECTOR GENERAL</a:t>
          </a:r>
        </a:p>
      </dgm:t>
    </dgm:pt>
    <dgm:pt modelId="{E52FA0F5-725F-4C92-AB95-1A3F7FBDDEF8}" type="parTrans" cxnId="{8DA252D3-90F9-4814-AD04-848E281C7A67}">
      <dgm:prSet/>
      <dgm:spPr/>
      <dgm:t>
        <a:bodyPr/>
        <a:lstStyle/>
        <a:p>
          <a:endParaRPr lang="es-MX"/>
        </a:p>
      </dgm:t>
    </dgm:pt>
    <dgm:pt modelId="{80E30335-A9CD-42DF-B3CA-06CD7CD15BC4}" type="sibTrans" cxnId="{8DA252D3-90F9-4814-AD04-848E281C7A67}">
      <dgm:prSet custT="1"/>
      <dgm:spPr/>
      <dgm:t>
        <a:bodyPr/>
        <a:lstStyle/>
        <a:p>
          <a:r>
            <a:rPr lang="es-MX" sz="1200" dirty="0"/>
            <a:t>ASESORES</a:t>
          </a:r>
        </a:p>
        <a:p>
          <a:r>
            <a:rPr lang="es-MX" sz="1200" dirty="0"/>
            <a:t>CONTRALORIA</a:t>
          </a:r>
        </a:p>
      </dgm:t>
    </dgm:pt>
    <dgm:pt modelId="{9405B209-E129-4E0A-B2C4-2754F2E24DF3}" type="asst">
      <dgm:prSet phldrT="[Texto]" custT="1"/>
      <dgm:spPr/>
      <dgm:t>
        <a:bodyPr/>
        <a:lstStyle/>
        <a:p>
          <a:r>
            <a:rPr lang="es-MX" sz="1600" dirty="0"/>
            <a:t>DIR.</a:t>
          </a:r>
          <a:r>
            <a:rPr lang="es-MX" sz="1600" baseline="0" dirty="0"/>
            <a:t> DE FINANZAS Y ADMON.</a:t>
          </a:r>
          <a:endParaRPr lang="es-MX" sz="1600" dirty="0"/>
        </a:p>
      </dgm:t>
    </dgm:pt>
    <dgm:pt modelId="{05B0B858-5AF3-4C7B-A86A-45B41CB63C71}" type="parTrans" cxnId="{5F545445-0BC7-4566-A85D-47B34CF741BC}">
      <dgm:prSet/>
      <dgm:spPr/>
      <dgm:t>
        <a:bodyPr/>
        <a:lstStyle/>
        <a:p>
          <a:endParaRPr lang="es-MX"/>
        </a:p>
      </dgm:t>
    </dgm:pt>
    <dgm:pt modelId="{AF9FCC08-2AE7-4B69-8669-23F476BD842B}" type="sibTrans" cxnId="{5F545445-0BC7-4566-A85D-47B34CF741BC}">
      <dgm:prSet custT="1"/>
      <dgm:spPr/>
      <dgm:t>
        <a:bodyPr/>
        <a:lstStyle/>
        <a:p>
          <a:pPr algn="ctr"/>
          <a:r>
            <a:rPr lang="es-MX" sz="1200" dirty="0"/>
            <a:t>LABORAL </a:t>
          </a:r>
        </a:p>
        <a:p>
          <a:pPr algn="ctr"/>
          <a:r>
            <a:rPr lang="es-MX" sz="1200" dirty="0"/>
            <a:t>FISCAL</a:t>
          </a:r>
        </a:p>
        <a:p>
          <a:pPr algn="ctr"/>
          <a:r>
            <a:rPr lang="es-MX" sz="1200" dirty="0"/>
            <a:t>LEGAL</a:t>
          </a:r>
        </a:p>
      </dgm:t>
    </dgm:pt>
    <dgm:pt modelId="{FB832B28-14FE-43B9-8F3C-FF2CBCCE414C}">
      <dgm:prSet phldrT="[Texto]" custT="1"/>
      <dgm:spPr/>
      <dgm:t>
        <a:bodyPr/>
        <a:lstStyle/>
        <a:p>
          <a:r>
            <a:rPr lang="es-MX" sz="1600" dirty="0"/>
            <a:t>DIR. EXPLORACIONES</a:t>
          </a:r>
        </a:p>
      </dgm:t>
    </dgm:pt>
    <dgm:pt modelId="{50321872-B728-4299-8FC7-D6318952AACF}" type="parTrans" cxnId="{0F4C1163-087E-42B9-BBC0-538972046B10}">
      <dgm:prSet/>
      <dgm:spPr/>
      <dgm:t>
        <a:bodyPr/>
        <a:lstStyle/>
        <a:p>
          <a:endParaRPr lang="es-MX"/>
        </a:p>
      </dgm:t>
    </dgm:pt>
    <dgm:pt modelId="{5E158536-790A-43F9-AC7A-5BB5941DE4B4}" type="sibTrans" cxnId="{0F4C1163-087E-42B9-BBC0-538972046B10}">
      <dgm:prSet custT="1"/>
      <dgm:spPr/>
      <dgm:t>
        <a:bodyPr/>
        <a:lstStyle/>
        <a:p>
          <a:endParaRPr lang="es-MX" sz="1200"/>
        </a:p>
      </dgm:t>
    </dgm:pt>
    <dgm:pt modelId="{34B6C992-AC83-46AB-BBA9-770FC7873DF5}">
      <dgm:prSet phldrT="[Texto]" custT="1"/>
      <dgm:spPr/>
      <dgm:t>
        <a:bodyPr/>
        <a:lstStyle/>
        <a:p>
          <a:r>
            <a:rPr lang="es-MX" sz="1600" dirty="0"/>
            <a:t>DIR. TECNICO</a:t>
          </a:r>
        </a:p>
      </dgm:t>
    </dgm:pt>
    <dgm:pt modelId="{E9A16D33-7EDA-4FC8-B156-359EA7BAEA46}" type="parTrans" cxnId="{BBCD6E6F-609E-4F29-B65C-BF63E70C0F55}">
      <dgm:prSet/>
      <dgm:spPr/>
      <dgm:t>
        <a:bodyPr/>
        <a:lstStyle/>
        <a:p>
          <a:endParaRPr lang="es-MX"/>
        </a:p>
      </dgm:t>
    </dgm:pt>
    <dgm:pt modelId="{FC42CF8A-0026-4B9E-86EC-A79E661280C1}" type="sibTrans" cxnId="{BBCD6E6F-609E-4F29-B65C-BF63E70C0F55}">
      <dgm:prSet custT="1"/>
      <dgm:spPr/>
      <dgm:t>
        <a:bodyPr/>
        <a:lstStyle/>
        <a:p>
          <a:pPr algn="ctr"/>
          <a:r>
            <a:rPr lang="es-MX" sz="1000" dirty="0"/>
            <a:t>TECNOLOGIAS</a:t>
          </a:r>
        </a:p>
        <a:p>
          <a:pPr algn="ctr"/>
          <a:r>
            <a:rPr lang="es-MX" sz="1000" dirty="0"/>
            <a:t>LABORATORIOS</a:t>
          </a:r>
        </a:p>
        <a:p>
          <a:pPr algn="ctr"/>
          <a:r>
            <a:rPr lang="es-MX" sz="1000" dirty="0"/>
            <a:t>ECOLOGIA Y MEDIO AMBIENTE</a:t>
          </a:r>
        </a:p>
        <a:p>
          <a:pPr algn="ctr"/>
          <a:endParaRPr lang="es-MX" sz="1200" dirty="0"/>
        </a:p>
      </dgm:t>
    </dgm:pt>
    <dgm:pt modelId="{74F39905-0DBA-4F6C-ADB5-A00F15920103}">
      <dgm:prSet phldrT="[Texto]" custT="1"/>
      <dgm:spPr/>
      <dgm:t>
        <a:bodyPr/>
        <a:lstStyle/>
        <a:p>
          <a:r>
            <a:rPr lang="es-MX" sz="1600" dirty="0"/>
            <a:t>DIR. OPERACIONES</a:t>
          </a:r>
        </a:p>
      </dgm:t>
    </dgm:pt>
    <dgm:pt modelId="{0027F3E3-138B-4819-9C7F-EF67A063C337}" type="parTrans" cxnId="{4485DCB3-8F52-4F3E-B7BA-0FE9772BE01B}">
      <dgm:prSet/>
      <dgm:spPr/>
      <dgm:t>
        <a:bodyPr/>
        <a:lstStyle/>
        <a:p>
          <a:endParaRPr lang="es-MX"/>
        </a:p>
      </dgm:t>
    </dgm:pt>
    <dgm:pt modelId="{F4C54F3F-8888-412A-9885-0614B41B5CBF}" type="sibTrans" cxnId="{4485DCB3-8F52-4F3E-B7BA-0FE9772BE01B}">
      <dgm:prSet custT="1"/>
      <dgm:spPr/>
      <dgm:t>
        <a:bodyPr/>
        <a:lstStyle/>
        <a:p>
          <a:r>
            <a:rPr lang="es-MX" sz="1000"/>
            <a:t>PROCESOS</a:t>
          </a:r>
        </a:p>
        <a:p>
          <a:r>
            <a:rPr lang="es-MX" sz="1000"/>
            <a:t>PLANTAS</a:t>
          </a:r>
        </a:p>
        <a:p>
          <a:r>
            <a:rPr lang="es-MX" sz="1000"/>
            <a:t>EQUIPOS</a:t>
          </a:r>
        </a:p>
        <a:p>
          <a:r>
            <a:rPr lang="es-MX" sz="1000"/>
            <a:t>MANTENIMIENTOS</a:t>
          </a:r>
          <a:endParaRPr lang="es-MX" sz="1000" dirty="0"/>
        </a:p>
      </dgm:t>
    </dgm:pt>
    <dgm:pt modelId="{B2F19101-0AFE-4CAF-B29A-F02D0A738970}" type="pres">
      <dgm:prSet presAssocID="{0B734EEA-8B95-4B23-AC19-A0FCF1FB1A0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5FDEDCE-D5AE-4933-B7B2-62CA043B23DA}" type="pres">
      <dgm:prSet presAssocID="{E17A126B-65CD-4025-B98D-ACE764B1813A}" presName="hierRoot1" presStyleCnt="0">
        <dgm:presLayoutVars>
          <dgm:hierBranch val="init"/>
        </dgm:presLayoutVars>
      </dgm:prSet>
      <dgm:spPr/>
    </dgm:pt>
    <dgm:pt modelId="{53A959A3-ED0D-467E-99C6-0A2E3957C988}" type="pres">
      <dgm:prSet presAssocID="{E17A126B-65CD-4025-B98D-ACE764B1813A}" presName="rootComposite1" presStyleCnt="0"/>
      <dgm:spPr/>
    </dgm:pt>
    <dgm:pt modelId="{140BBA22-FE70-41B1-BE1A-CFC3BD937EDC}" type="pres">
      <dgm:prSet presAssocID="{E17A126B-65CD-4025-B98D-ACE764B1813A}" presName="rootText1" presStyleLbl="node0" presStyleIdx="0" presStyleCnt="1" custScaleX="117161" custScaleY="70626">
        <dgm:presLayoutVars>
          <dgm:chMax/>
          <dgm:chPref val="3"/>
        </dgm:presLayoutVars>
      </dgm:prSet>
      <dgm:spPr/>
    </dgm:pt>
    <dgm:pt modelId="{E40C3F0C-8E09-44CF-B2F7-706E1B912A78}" type="pres">
      <dgm:prSet presAssocID="{E17A126B-65CD-4025-B98D-ACE764B1813A}" presName="titleText1" presStyleLbl="fgAcc0" presStyleIdx="0" presStyleCnt="1" custScaleX="103576" custScaleY="161599" custLinFactNeighborX="82291">
        <dgm:presLayoutVars>
          <dgm:chMax val="0"/>
          <dgm:chPref val="0"/>
        </dgm:presLayoutVars>
      </dgm:prSet>
      <dgm:spPr/>
    </dgm:pt>
    <dgm:pt modelId="{4C88DC43-45A4-403C-B32E-D575EDD64910}" type="pres">
      <dgm:prSet presAssocID="{E17A126B-65CD-4025-B98D-ACE764B1813A}" presName="rootConnector1" presStyleLbl="node1" presStyleIdx="0" presStyleCnt="3"/>
      <dgm:spPr/>
    </dgm:pt>
    <dgm:pt modelId="{35E87274-F83C-4D62-AE18-20CF019CB906}" type="pres">
      <dgm:prSet presAssocID="{E17A126B-65CD-4025-B98D-ACE764B1813A}" presName="hierChild2" presStyleCnt="0"/>
      <dgm:spPr/>
    </dgm:pt>
    <dgm:pt modelId="{2D0B64B3-D2DF-43C8-B68A-60F980DBBF56}" type="pres">
      <dgm:prSet presAssocID="{50321872-B728-4299-8FC7-D6318952AACF}" presName="Name37" presStyleLbl="parChTrans1D2" presStyleIdx="0" presStyleCnt="4"/>
      <dgm:spPr/>
    </dgm:pt>
    <dgm:pt modelId="{242F76DC-C793-41F9-8EF4-ED4991C0C4A2}" type="pres">
      <dgm:prSet presAssocID="{FB832B28-14FE-43B9-8F3C-FF2CBCCE414C}" presName="hierRoot2" presStyleCnt="0">
        <dgm:presLayoutVars>
          <dgm:hierBranch val="init"/>
        </dgm:presLayoutVars>
      </dgm:prSet>
      <dgm:spPr/>
    </dgm:pt>
    <dgm:pt modelId="{2A66EB09-1B0A-4DA3-8F4F-D405CDE48221}" type="pres">
      <dgm:prSet presAssocID="{FB832B28-14FE-43B9-8F3C-FF2CBCCE414C}" presName="rootComposite" presStyleCnt="0"/>
      <dgm:spPr/>
    </dgm:pt>
    <dgm:pt modelId="{17E20FD7-ACD5-4A5E-A900-D1C12BE07BE3}" type="pres">
      <dgm:prSet presAssocID="{FB832B28-14FE-43B9-8F3C-FF2CBCCE414C}" presName="rootText" presStyleLbl="node1" presStyleIdx="0" presStyleCnt="3" custScaleX="127506">
        <dgm:presLayoutVars>
          <dgm:chMax/>
          <dgm:chPref val="3"/>
        </dgm:presLayoutVars>
      </dgm:prSet>
      <dgm:spPr/>
    </dgm:pt>
    <dgm:pt modelId="{A3DAE1F1-AB0D-49AE-ADB6-49ABAD8531A3}" type="pres">
      <dgm:prSet presAssocID="{FB832B28-14FE-43B9-8F3C-FF2CBCCE414C}" presName="titleText2" presStyleLbl="fgAcc1" presStyleIdx="0" presStyleCnt="3" custLinFactNeighborX="-15741">
        <dgm:presLayoutVars>
          <dgm:chMax val="0"/>
          <dgm:chPref val="0"/>
        </dgm:presLayoutVars>
      </dgm:prSet>
      <dgm:spPr/>
    </dgm:pt>
    <dgm:pt modelId="{878A0C13-F3F0-4E03-B8E8-0AF912919360}" type="pres">
      <dgm:prSet presAssocID="{FB832B28-14FE-43B9-8F3C-FF2CBCCE414C}" presName="rootConnector" presStyleLbl="node2" presStyleIdx="0" presStyleCnt="0"/>
      <dgm:spPr/>
    </dgm:pt>
    <dgm:pt modelId="{E037B877-8122-4EB8-9A76-338E81DB456E}" type="pres">
      <dgm:prSet presAssocID="{FB832B28-14FE-43B9-8F3C-FF2CBCCE414C}" presName="hierChild4" presStyleCnt="0"/>
      <dgm:spPr/>
    </dgm:pt>
    <dgm:pt modelId="{FFD87ACB-937A-404A-A6AE-EE29BBAC5962}" type="pres">
      <dgm:prSet presAssocID="{FB832B28-14FE-43B9-8F3C-FF2CBCCE414C}" presName="hierChild5" presStyleCnt="0"/>
      <dgm:spPr/>
    </dgm:pt>
    <dgm:pt modelId="{55C2C4FC-3884-4640-AD90-A9E14D3CD0B4}" type="pres">
      <dgm:prSet presAssocID="{E9A16D33-7EDA-4FC8-B156-359EA7BAEA46}" presName="Name37" presStyleLbl="parChTrans1D2" presStyleIdx="1" presStyleCnt="4"/>
      <dgm:spPr/>
    </dgm:pt>
    <dgm:pt modelId="{23688E9D-2ECC-4B48-98FB-599739E5181C}" type="pres">
      <dgm:prSet presAssocID="{34B6C992-AC83-46AB-BBA9-770FC7873DF5}" presName="hierRoot2" presStyleCnt="0">
        <dgm:presLayoutVars>
          <dgm:hierBranch val="init"/>
        </dgm:presLayoutVars>
      </dgm:prSet>
      <dgm:spPr/>
    </dgm:pt>
    <dgm:pt modelId="{709C80DC-129A-4A4D-85C0-F8D8E0FE5F56}" type="pres">
      <dgm:prSet presAssocID="{34B6C992-AC83-46AB-BBA9-770FC7873DF5}" presName="rootComposite" presStyleCnt="0"/>
      <dgm:spPr/>
    </dgm:pt>
    <dgm:pt modelId="{DFA4FD8A-0BD2-4368-995C-76AC2DFA9209}" type="pres">
      <dgm:prSet presAssocID="{34B6C992-AC83-46AB-BBA9-770FC7873DF5}" presName="rootText" presStyleLbl="node1" presStyleIdx="1" presStyleCnt="3">
        <dgm:presLayoutVars>
          <dgm:chMax/>
          <dgm:chPref val="3"/>
        </dgm:presLayoutVars>
      </dgm:prSet>
      <dgm:spPr/>
    </dgm:pt>
    <dgm:pt modelId="{34B0D911-813C-4170-8222-3F194D87BD8B}" type="pres">
      <dgm:prSet presAssocID="{34B6C992-AC83-46AB-BBA9-770FC7873DF5}" presName="titleText2" presStyleLbl="fgAcc1" presStyleIdx="1" presStyleCnt="3" custScaleX="120494" custScaleY="220011" custLinFactNeighborX="25027" custLinFactNeighborY="844">
        <dgm:presLayoutVars>
          <dgm:chMax val="0"/>
          <dgm:chPref val="0"/>
        </dgm:presLayoutVars>
      </dgm:prSet>
      <dgm:spPr/>
    </dgm:pt>
    <dgm:pt modelId="{C3BD13DF-EFE0-40C8-AFA6-576E0B6EE8BD}" type="pres">
      <dgm:prSet presAssocID="{34B6C992-AC83-46AB-BBA9-770FC7873DF5}" presName="rootConnector" presStyleLbl="node2" presStyleIdx="0" presStyleCnt="0"/>
      <dgm:spPr/>
    </dgm:pt>
    <dgm:pt modelId="{17E03B82-2006-4C4A-B213-D49734BC1E12}" type="pres">
      <dgm:prSet presAssocID="{34B6C992-AC83-46AB-BBA9-770FC7873DF5}" presName="hierChild4" presStyleCnt="0"/>
      <dgm:spPr/>
    </dgm:pt>
    <dgm:pt modelId="{5D63AF79-0591-4659-8086-2E49DE93CBF8}" type="pres">
      <dgm:prSet presAssocID="{34B6C992-AC83-46AB-BBA9-770FC7873DF5}" presName="hierChild5" presStyleCnt="0"/>
      <dgm:spPr/>
    </dgm:pt>
    <dgm:pt modelId="{6D6CA6BE-900C-4A1F-A5B8-444BBA20EB30}" type="pres">
      <dgm:prSet presAssocID="{0027F3E3-138B-4819-9C7F-EF67A063C337}" presName="Name37" presStyleLbl="parChTrans1D2" presStyleIdx="2" presStyleCnt="4"/>
      <dgm:spPr/>
    </dgm:pt>
    <dgm:pt modelId="{2ABDE5D5-CA31-4363-A699-2BF7796F752A}" type="pres">
      <dgm:prSet presAssocID="{74F39905-0DBA-4F6C-ADB5-A00F15920103}" presName="hierRoot2" presStyleCnt="0">
        <dgm:presLayoutVars>
          <dgm:hierBranch val="init"/>
        </dgm:presLayoutVars>
      </dgm:prSet>
      <dgm:spPr/>
    </dgm:pt>
    <dgm:pt modelId="{298DCEB2-1785-407C-BBE3-B41A33BEF555}" type="pres">
      <dgm:prSet presAssocID="{74F39905-0DBA-4F6C-ADB5-A00F15920103}" presName="rootComposite" presStyleCnt="0"/>
      <dgm:spPr/>
    </dgm:pt>
    <dgm:pt modelId="{97E0844F-FA71-45C4-A671-FBCDF921A023}" type="pres">
      <dgm:prSet presAssocID="{74F39905-0DBA-4F6C-ADB5-A00F15920103}" presName="rootText" presStyleLbl="node1" presStyleIdx="2" presStyleCnt="3" custScaleX="130190">
        <dgm:presLayoutVars>
          <dgm:chMax/>
          <dgm:chPref val="3"/>
        </dgm:presLayoutVars>
      </dgm:prSet>
      <dgm:spPr/>
    </dgm:pt>
    <dgm:pt modelId="{294FA2C7-FF6D-4661-AA48-3D69249133E9}" type="pres">
      <dgm:prSet presAssocID="{74F39905-0DBA-4F6C-ADB5-A00F15920103}" presName="titleText2" presStyleLbl="fgAcc1" presStyleIdx="2" presStyleCnt="3" custScaleX="97522" custScaleY="221378" custLinFactNeighborY="28239">
        <dgm:presLayoutVars>
          <dgm:chMax val="0"/>
          <dgm:chPref val="0"/>
        </dgm:presLayoutVars>
      </dgm:prSet>
      <dgm:spPr/>
    </dgm:pt>
    <dgm:pt modelId="{FB1D05BD-43CC-4C31-9661-1A1EF5FAEDA7}" type="pres">
      <dgm:prSet presAssocID="{74F39905-0DBA-4F6C-ADB5-A00F15920103}" presName="rootConnector" presStyleLbl="node2" presStyleIdx="0" presStyleCnt="0"/>
      <dgm:spPr/>
    </dgm:pt>
    <dgm:pt modelId="{08BADFDC-8A9E-4B5F-A3E2-7A86BCB52331}" type="pres">
      <dgm:prSet presAssocID="{74F39905-0DBA-4F6C-ADB5-A00F15920103}" presName="hierChild4" presStyleCnt="0"/>
      <dgm:spPr/>
    </dgm:pt>
    <dgm:pt modelId="{BA0AB8F2-0202-4AC7-AF79-97ED3F38BC40}" type="pres">
      <dgm:prSet presAssocID="{74F39905-0DBA-4F6C-ADB5-A00F15920103}" presName="hierChild5" presStyleCnt="0"/>
      <dgm:spPr/>
    </dgm:pt>
    <dgm:pt modelId="{3355E687-CB43-4ED2-AF09-95C4B0E50E3B}" type="pres">
      <dgm:prSet presAssocID="{E17A126B-65CD-4025-B98D-ACE764B1813A}" presName="hierChild3" presStyleCnt="0"/>
      <dgm:spPr/>
    </dgm:pt>
    <dgm:pt modelId="{86179163-B163-4A38-92F0-DB002A6D5F1A}" type="pres">
      <dgm:prSet presAssocID="{05B0B858-5AF3-4C7B-A86A-45B41CB63C71}" presName="Name96" presStyleLbl="parChTrans1D2" presStyleIdx="3" presStyleCnt="4"/>
      <dgm:spPr/>
    </dgm:pt>
    <dgm:pt modelId="{4BBBB9FB-BB30-4EBB-945B-C7877FB3129C}" type="pres">
      <dgm:prSet presAssocID="{9405B209-E129-4E0A-B2C4-2754F2E24DF3}" presName="hierRoot3" presStyleCnt="0">
        <dgm:presLayoutVars>
          <dgm:hierBranch val="init"/>
        </dgm:presLayoutVars>
      </dgm:prSet>
      <dgm:spPr/>
    </dgm:pt>
    <dgm:pt modelId="{F2E7ED2E-92D2-4FCC-88C3-7D31C944539F}" type="pres">
      <dgm:prSet presAssocID="{9405B209-E129-4E0A-B2C4-2754F2E24DF3}" presName="rootComposite3" presStyleCnt="0"/>
      <dgm:spPr/>
    </dgm:pt>
    <dgm:pt modelId="{40DE2303-7505-4131-8827-32CDBF335904}" type="pres">
      <dgm:prSet presAssocID="{9405B209-E129-4E0A-B2C4-2754F2E24DF3}" presName="rootText3" presStyleLbl="asst1" presStyleIdx="0" presStyleCnt="1" custScaleX="124001" custScaleY="98343" custLinFactNeighborY="-18058">
        <dgm:presLayoutVars>
          <dgm:chPref val="3"/>
        </dgm:presLayoutVars>
      </dgm:prSet>
      <dgm:spPr/>
    </dgm:pt>
    <dgm:pt modelId="{9B368D98-9058-4001-B7E3-A85B669226FF}" type="pres">
      <dgm:prSet presAssocID="{9405B209-E129-4E0A-B2C4-2754F2E24DF3}" presName="titleText3" presStyleLbl="fgAcc2" presStyleIdx="0" presStyleCnt="1" custScaleX="87064" custScaleY="216062" custLinFactNeighborX="12418" custLinFactNeighborY="45759">
        <dgm:presLayoutVars>
          <dgm:chMax val="0"/>
          <dgm:chPref val="0"/>
        </dgm:presLayoutVars>
      </dgm:prSet>
      <dgm:spPr/>
    </dgm:pt>
    <dgm:pt modelId="{A092268F-6F11-4A50-BD44-7E26E8222386}" type="pres">
      <dgm:prSet presAssocID="{9405B209-E129-4E0A-B2C4-2754F2E24DF3}" presName="rootConnector3" presStyleLbl="asst1" presStyleIdx="0" presStyleCnt="1"/>
      <dgm:spPr/>
    </dgm:pt>
    <dgm:pt modelId="{C46EEA55-1FB7-405B-96CB-55E831BBF6EA}" type="pres">
      <dgm:prSet presAssocID="{9405B209-E129-4E0A-B2C4-2754F2E24DF3}" presName="hierChild6" presStyleCnt="0"/>
      <dgm:spPr/>
    </dgm:pt>
    <dgm:pt modelId="{5C9EB467-6392-49EA-9820-E67EBEF9F8F8}" type="pres">
      <dgm:prSet presAssocID="{9405B209-E129-4E0A-B2C4-2754F2E24DF3}" presName="hierChild7" presStyleCnt="0"/>
      <dgm:spPr/>
    </dgm:pt>
  </dgm:ptLst>
  <dgm:cxnLst>
    <dgm:cxn modelId="{74812808-7FDF-48BE-AD9A-1FD4A997A702}" type="presOf" srcId="{80E30335-A9CD-42DF-B3CA-06CD7CD15BC4}" destId="{E40C3F0C-8E09-44CF-B2F7-706E1B912A78}" srcOrd="0" destOrd="0" presId="urn:microsoft.com/office/officeart/2008/layout/NameandTitleOrganizationalChart"/>
    <dgm:cxn modelId="{6D0FAF08-CDE0-4CF5-8987-99417A4C246A}" type="presOf" srcId="{0027F3E3-138B-4819-9C7F-EF67A063C337}" destId="{6D6CA6BE-900C-4A1F-A5B8-444BBA20EB30}" srcOrd="0" destOrd="0" presId="urn:microsoft.com/office/officeart/2008/layout/NameandTitleOrganizationalChart"/>
    <dgm:cxn modelId="{00FC470A-2DA5-4080-A7F5-8D7E52199CFD}" type="presOf" srcId="{05B0B858-5AF3-4C7B-A86A-45B41CB63C71}" destId="{86179163-B163-4A38-92F0-DB002A6D5F1A}" srcOrd="0" destOrd="0" presId="urn:microsoft.com/office/officeart/2008/layout/NameandTitleOrganizationalChart"/>
    <dgm:cxn modelId="{181ABE22-DCA6-4C59-AFBD-0EBF5CC68205}" type="presOf" srcId="{FB832B28-14FE-43B9-8F3C-FF2CBCCE414C}" destId="{878A0C13-F3F0-4E03-B8E8-0AF912919360}" srcOrd="1" destOrd="0" presId="urn:microsoft.com/office/officeart/2008/layout/NameandTitleOrganizationalChart"/>
    <dgm:cxn modelId="{9B9BC72E-616B-45AE-8946-003E32C2E6DD}" type="presOf" srcId="{F4C54F3F-8888-412A-9885-0614B41B5CBF}" destId="{294FA2C7-FF6D-4661-AA48-3D69249133E9}" srcOrd="0" destOrd="0" presId="urn:microsoft.com/office/officeart/2008/layout/NameandTitleOrganizationalChart"/>
    <dgm:cxn modelId="{B525782F-8478-409B-86C0-748D0E98A7FA}" type="presOf" srcId="{E17A126B-65CD-4025-B98D-ACE764B1813A}" destId="{140BBA22-FE70-41B1-BE1A-CFC3BD937EDC}" srcOrd="0" destOrd="0" presId="urn:microsoft.com/office/officeart/2008/layout/NameandTitleOrganizationalChart"/>
    <dgm:cxn modelId="{7FC70B37-EE28-4D4F-9F2F-2FBE05251455}" type="presOf" srcId="{E17A126B-65CD-4025-B98D-ACE764B1813A}" destId="{4C88DC43-45A4-403C-B32E-D575EDD64910}" srcOrd="1" destOrd="0" presId="urn:microsoft.com/office/officeart/2008/layout/NameandTitleOrganizationalChart"/>
    <dgm:cxn modelId="{DEDB203E-83D6-4EF5-BC60-D348E8AC8EA0}" type="presOf" srcId="{9405B209-E129-4E0A-B2C4-2754F2E24DF3}" destId="{40DE2303-7505-4131-8827-32CDBF335904}" srcOrd="0" destOrd="0" presId="urn:microsoft.com/office/officeart/2008/layout/NameandTitleOrganizationalChart"/>
    <dgm:cxn modelId="{D23D645C-FA57-4A0C-BE8E-B2B5B2188953}" type="presOf" srcId="{FC42CF8A-0026-4B9E-86EC-A79E661280C1}" destId="{34B0D911-813C-4170-8222-3F194D87BD8B}" srcOrd="0" destOrd="0" presId="urn:microsoft.com/office/officeart/2008/layout/NameandTitleOrganizationalChart"/>
    <dgm:cxn modelId="{F22A595C-D6BF-40A6-9E8C-BE9395349068}" type="presOf" srcId="{74F39905-0DBA-4F6C-ADB5-A00F15920103}" destId="{FB1D05BD-43CC-4C31-9661-1A1EF5FAEDA7}" srcOrd="1" destOrd="0" presId="urn:microsoft.com/office/officeart/2008/layout/NameandTitleOrganizationalChart"/>
    <dgm:cxn modelId="{0F4C1163-087E-42B9-BBC0-538972046B10}" srcId="{E17A126B-65CD-4025-B98D-ACE764B1813A}" destId="{FB832B28-14FE-43B9-8F3C-FF2CBCCE414C}" srcOrd="1" destOrd="0" parTransId="{50321872-B728-4299-8FC7-D6318952AACF}" sibTransId="{5E158536-790A-43F9-AC7A-5BB5941DE4B4}"/>
    <dgm:cxn modelId="{5F545445-0BC7-4566-A85D-47B34CF741BC}" srcId="{E17A126B-65CD-4025-B98D-ACE764B1813A}" destId="{9405B209-E129-4E0A-B2C4-2754F2E24DF3}" srcOrd="0" destOrd="0" parTransId="{05B0B858-5AF3-4C7B-A86A-45B41CB63C71}" sibTransId="{AF9FCC08-2AE7-4B69-8669-23F476BD842B}"/>
    <dgm:cxn modelId="{DFE60A48-9B8D-4AA2-997C-1A490D9D56D4}" type="presOf" srcId="{FB832B28-14FE-43B9-8F3C-FF2CBCCE414C}" destId="{17E20FD7-ACD5-4A5E-A900-D1C12BE07BE3}" srcOrd="0" destOrd="0" presId="urn:microsoft.com/office/officeart/2008/layout/NameandTitleOrganizationalChart"/>
    <dgm:cxn modelId="{BBCD6E6F-609E-4F29-B65C-BF63E70C0F55}" srcId="{E17A126B-65CD-4025-B98D-ACE764B1813A}" destId="{34B6C992-AC83-46AB-BBA9-770FC7873DF5}" srcOrd="2" destOrd="0" parTransId="{E9A16D33-7EDA-4FC8-B156-359EA7BAEA46}" sibTransId="{FC42CF8A-0026-4B9E-86EC-A79E661280C1}"/>
    <dgm:cxn modelId="{B659AF58-0727-4960-B2C3-489A54C7A7BC}" type="presOf" srcId="{34B6C992-AC83-46AB-BBA9-770FC7873DF5}" destId="{DFA4FD8A-0BD2-4368-995C-76AC2DFA9209}" srcOrd="0" destOrd="0" presId="urn:microsoft.com/office/officeart/2008/layout/NameandTitleOrganizationalChart"/>
    <dgm:cxn modelId="{71DD255A-60C7-4FFE-97B3-113E88E91D01}" type="presOf" srcId="{5E158536-790A-43F9-AC7A-5BB5941DE4B4}" destId="{A3DAE1F1-AB0D-49AE-ADB6-49ABAD8531A3}" srcOrd="0" destOrd="0" presId="urn:microsoft.com/office/officeart/2008/layout/NameandTitleOrganizationalChart"/>
    <dgm:cxn modelId="{BE9E5A83-B836-4C33-8361-3B0882F07C5F}" type="presOf" srcId="{E9A16D33-7EDA-4FC8-B156-359EA7BAEA46}" destId="{55C2C4FC-3884-4640-AD90-A9E14D3CD0B4}" srcOrd="0" destOrd="0" presId="urn:microsoft.com/office/officeart/2008/layout/NameandTitleOrganizationalChart"/>
    <dgm:cxn modelId="{EDEC7487-BD5A-4ECF-9F15-1DA6A028B90C}" type="presOf" srcId="{0B734EEA-8B95-4B23-AC19-A0FCF1FB1A00}" destId="{B2F19101-0AFE-4CAF-B29A-F02D0A738970}" srcOrd="0" destOrd="0" presId="urn:microsoft.com/office/officeart/2008/layout/NameandTitleOrganizationalChart"/>
    <dgm:cxn modelId="{5B1F7592-7CB6-456A-A85F-911FB436EAF7}" type="presOf" srcId="{50321872-B728-4299-8FC7-D6318952AACF}" destId="{2D0B64B3-D2DF-43C8-B68A-60F980DBBF56}" srcOrd="0" destOrd="0" presId="urn:microsoft.com/office/officeart/2008/layout/NameandTitleOrganizationalChart"/>
    <dgm:cxn modelId="{0FD1B7B3-B454-41FD-9246-065F32AD8729}" type="presOf" srcId="{74F39905-0DBA-4F6C-ADB5-A00F15920103}" destId="{97E0844F-FA71-45C4-A671-FBCDF921A023}" srcOrd="0" destOrd="0" presId="urn:microsoft.com/office/officeart/2008/layout/NameandTitleOrganizationalChart"/>
    <dgm:cxn modelId="{4485DCB3-8F52-4F3E-B7BA-0FE9772BE01B}" srcId="{E17A126B-65CD-4025-B98D-ACE764B1813A}" destId="{74F39905-0DBA-4F6C-ADB5-A00F15920103}" srcOrd="3" destOrd="0" parTransId="{0027F3E3-138B-4819-9C7F-EF67A063C337}" sibTransId="{F4C54F3F-8888-412A-9885-0614B41B5CBF}"/>
    <dgm:cxn modelId="{F65695BE-9589-496E-AE04-E742F9321B3A}" type="presOf" srcId="{34B6C992-AC83-46AB-BBA9-770FC7873DF5}" destId="{C3BD13DF-EFE0-40C8-AFA6-576E0B6EE8BD}" srcOrd="1" destOrd="0" presId="urn:microsoft.com/office/officeart/2008/layout/NameandTitleOrganizationalChart"/>
    <dgm:cxn modelId="{8DA252D3-90F9-4814-AD04-848E281C7A67}" srcId="{0B734EEA-8B95-4B23-AC19-A0FCF1FB1A00}" destId="{E17A126B-65CD-4025-B98D-ACE764B1813A}" srcOrd="0" destOrd="0" parTransId="{E52FA0F5-725F-4C92-AB95-1A3F7FBDDEF8}" sibTransId="{80E30335-A9CD-42DF-B3CA-06CD7CD15BC4}"/>
    <dgm:cxn modelId="{F274C4E9-85E1-40FA-9FCE-866FDFB016CA}" type="presOf" srcId="{9405B209-E129-4E0A-B2C4-2754F2E24DF3}" destId="{A092268F-6F11-4A50-BD44-7E26E8222386}" srcOrd="1" destOrd="0" presId="urn:microsoft.com/office/officeart/2008/layout/NameandTitleOrganizationalChart"/>
    <dgm:cxn modelId="{7B388DFA-FFDB-40E8-917E-D7E61807A164}" type="presOf" srcId="{AF9FCC08-2AE7-4B69-8669-23F476BD842B}" destId="{9B368D98-9058-4001-B7E3-A85B669226FF}" srcOrd="0" destOrd="0" presId="urn:microsoft.com/office/officeart/2008/layout/NameandTitleOrganizationalChart"/>
    <dgm:cxn modelId="{98DBAD27-0475-44F9-8CE1-11BC54E5FE42}" type="presParOf" srcId="{B2F19101-0AFE-4CAF-B29A-F02D0A738970}" destId="{75FDEDCE-D5AE-4933-B7B2-62CA043B23DA}" srcOrd="0" destOrd="0" presId="urn:microsoft.com/office/officeart/2008/layout/NameandTitleOrganizationalChart"/>
    <dgm:cxn modelId="{CA68C1C6-C649-4A69-B153-DC2F54C4316C}" type="presParOf" srcId="{75FDEDCE-D5AE-4933-B7B2-62CA043B23DA}" destId="{53A959A3-ED0D-467E-99C6-0A2E3957C988}" srcOrd="0" destOrd="0" presId="urn:microsoft.com/office/officeart/2008/layout/NameandTitleOrganizationalChart"/>
    <dgm:cxn modelId="{FF84B7E0-C439-43A8-938F-4BB8BAD15775}" type="presParOf" srcId="{53A959A3-ED0D-467E-99C6-0A2E3957C988}" destId="{140BBA22-FE70-41B1-BE1A-CFC3BD937EDC}" srcOrd="0" destOrd="0" presId="urn:microsoft.com/office/officeart/2008/layout/NameandTitleOrganizationalChart"/>
    <dgm:cxn modelId="{FE798130-1F56-4AEF-B140-3BA3C0647C5F}" type="presParOf" srcId="{53A959A3-ED0D-467E-99C6-0A2E3957C988}" destId="{E40C3F0C-8E09-44CF-B2F7-706E1B912A78}" srcOrd="1" destOrd="0" presId="urn:microsoft.com/office/officeart/2008/layout/NameandTitleOrganizationalChart"/>
    <dgm:cxn modelId="{7AD2788F-9E73-4D09-92CC-7EDFD3CD7282}" type="presParOf" srcId="{53A959A3-ED0D-467E-99C6-0A2E3957C988}" destId="{4C88DC43-45A4-403C-B32E-D575EDD64910}" srcOrd="2" destOrd="0" presId="urn:microsoft.com/office/officeart/2008/layout/NameandTitleOrganizationalChart"/>
    <dgm:cxn modelId="{DE6C79CD-EC84-4262-9E1E-04344C559AC3}" type="presParOf" srcId="{75FDEDCE-D5AE-4933-B7B2-62CA043B23DA}" destId="{35E87274-F83C-4D62-AE18-20CF019CB906}" srcOrd="1" destOrd="0" presId="urn:microsoft.com/office/officeart/2008/layout/NameandTitleOrganizationalChart"/>
    <dgm:cxn modelId="{F8400406-04D6-498E-AE90-53BB34769A6E}" type="presParOf" srcId="{35E87274-F83C-4D62-AE18-20CF019CB906}" destId="{2D0B64B3-D2DF-43C8-B68A-60F980DBBF56}" srcOrd="0" destOrd="0" presId="urn:microsoft.com/office/officeart/2008/layout/NameandTitleOrganizationalChart"/>
    <dgm:cxn modelId="{9579BA80-974F-4C3D-86B3-3E7664733252}" type="presParOf" srcId="{35E87274-F83C-4D62-AE18-20CF019CB906}" destId="{242F76DC-C793-41F9-8EF4-ED4991C0C4A2}" srcOrd="1" destOrd="0" presId="urn:microsoft.com/office/officeart/2008/layout/NameandTitleOrganizationalChart"/>
    <dgm:cxn modelId="{A147AACE-A3DD-4DB9-AB0B-19C182437B70}" type="presParOf" srcId="{242F76DC-C793-41F9-8EF4-ED4991C0C4A2}" destId="{2A66EB09-1B0A-4DA3-8F4F-D405CDE48221}" srcOrd="0" destOrd="0" presId="urn:microsoft.com/office/officeart/2008/layout/NameandTitleOrganizationalChart"/>
    <dgm:cxn modelId="{75E5CB93-C7D5-4CBF-AA53-4B145C3FA7E7}" type="presParOf" srcId="{2A66EB09-1B0A-4DA3-8F4F-D405CDE48221}" destId="{17E20FD7-ACD5-4A5E-A900-D1C12BE07BE3}" srcOrd="0" destOrd="0" presId="urn:microsoft.com/office/officeart/2008/layout/NameandTitleOrganizationalChart"/>
    <dgm:cxn modelId="{31012E19-0E60-468C-868A-74D88F0DC5E9}" type="presParOf" srcId="{2A66EB09-1B0A-4DA3-8F4F-D405CDE48221}" destId="{A3DAE1F1-AB0D-49AE-ADB6-49ABAD8531A3}" srcOrd="1" destOrd="0" presId="urn:microsoft.com/office/officeart/2008/layout/NameandTitleOrganizationalChart"/>
    <dgm:cxn modelId="{9982DBE1-A9B3-4B1D-86E9-C3B60EA947B6}" type="presParOf" srcId="{2A66EB09-1B0A-4DA3-8F4F-D405CDE48221}" destId="{878A0C13-F3F0-4E03-B8E8-0AF912919360}" srcOrd="2" destOrd="0" presId="urn:microsoft.com/office/officeart/2008/layout/NameandTitleOrganizationalChart"/>
    <dgm:cxn modelId="{6B1A2315-C166-4420-BF2F-A9FB844865B2}" type="presParOf" srcId="{242F76DC-C793-41F9-8EF4-ED4991C0C4A2}" destId="{E037B877-8122-4EB8-9A76-338E81DB456E}" srcOrd="1" destOrd="0" presId="urn:microsoft.com/office/officeart/2008/layout/NameandTitleOrganizationalChart"/>
    <dgm:cxn modelId="{68068FBD-53A3-479A-A993-908EDCE38E0F}" type="presParOf" srcId="{242F76DC-C793-41F9-8EF4-ED4991C0C4A2}" destId="{FFD87ACB-937A-404A-A6AE-EE29BBAC5962}" srcOrd="2" destOrd="0" presId="urn:microsoft.com/office/officeart/2008/layout/NameandTitleOrganizationalChart"/>
    <dgm:cxn modelId="{3BB135F3-032B-4407-AC10-B2115381EC38}" type="presParOf" srcId="{35E87274-F83C-4D62-AE18-20CF019CB906}" destId="{55C2C4FC-3884-4640-AD90-A9E14D3CD0B4}" srcOrd="2" destOrd="0" presId="urn:microsoft.com/office/officeart/2008/layout/NameandTitleOrganizationalChart"/>
    <dgm:cxn modelId="{4FBED570-06D7-4C5A-9AE6-447ED294854F}" type="presParOf" srcId="{35E87274-F83C-4D62-AE18-20CF019CB906}" destId="{23688E9D-2ECC-4B48-98FB-599739E5181C}" srcOrd="3" destOrd="0" presId="urn:microsoft.com/office/officeart/2008/layout/NameandTitleOrganizationalChart"/>
    <dgm:cxn modelId="{5FC58D38-0AF2-42D2-B483-D9AC7A4751C4}" type="presParOf" srcId="{23688E9D-2ECC-4B48-98FB-599739E5181C}" destId="{709C80DC-129A-4A4D-85C0-F8D8E0FE5F56}" srcOrd="0" destOrd="0" presId="urn:microsoft.com/office/officeart/2008/layout/NameandTitleOrganizationalChart"/>
    <dgm:cxn modelId="{29EB1690-AB80-4876-89B1-6F1BDBC98B97}" type="presParOf" srcId="{709C80DC-129A-4A4D-85C0-F8D8E0FE5F56}" destId="{DFA4FD8A-0BD2-4368-995C-76AC2DFA9209}" srcOrd="0" destOrd="0" presId="urn:microsoft.com/office/officeart/2008/layout/NameandTitleOrganizationalChart"/>
    <dgm:cxn modelId="{89C3D215-EFED-467A-8BF5-828480B3E2A7}" type="presParOf" srcId="{709C80DC-129A-4A4D-85C0-F8D8E0FE5F56}" destId="{34B0D911-813C-4170-8222-3F194D87BD8B}" srcOrd="1" destOrd="0" presId="urn:microsoft.com/office/officeart/2008/layout/NameandTitleOrganizationalChart"/>
    <dgm:cxn modelId="{DF133CCB-1107-4F5D-934E-B8A01690AFD3}" type="presParOf" srcId="{709C80DC-129A-4A4D-85C0-F8D8E0FE5F56}" destId="{C3BD13DF-EFE0-40C8-AFA6-576E0B6EE8BD}" srcOrd="2" destOrd="0" presId="urn:microsoft.com/office/officeart/2008/layout/NameandTitleOrganizationalChart"/>
    <dgm:cxn modelId="{5F41EBC6-F325-478A-8442-9F3E145C78AB}" type="presParOf" srcId="{23688E9D-2ECC-4B48-98FB-599739E5181C}" destId="{17E03B82-2006-4C4A-B213-D49734BC1E12}" srcOrd="1" destOrd="0" presId="urn:microsoft.com/office/officeart/2008/layout/NameandTitleOrganizationalChart"/>
    <dgm:cxn modelId="{B58AFE42-02F6-4D09-944B-735C3FF84FBC}" type="presParOf" srcId="{23688E9D-2ECC-4B48-98FB-599739E5181C}" destId="{5D63AF79-0591-4659-8086-2E49DE93CBF8}" srcOrd="2" destOrd="0" presId="urn:microsoft.com/office/officeart/2008/layout/NameandTitleOrganizationalChart"/>
    <dgm:cxn modelId="{912BC58F-04F9-4C41-B219-4401C01868BC}" type="presParOf" srcId="{35E87274-F83C-4D62-AE18-20CF019CB906}" destId="{6D6CA6BE-900C-4A1F-A5B8-444BBA20EB30}" srcOrd="4" destOrd="0" presId="urn:microsoft.com/office/officeart/2008/layout/NameandTitleOrganizationalChart"/>
    <dgm:cxn modelId="{F6D091F9-E2C5-4E39-82CA-A8DDDB379662}" type="presParOf" srcId="{35E87274-F83C-4D62-AE18-20CF019CB906}" destId="{2ABDE5D5-CA31-4363-A699-2BF7796F752A}" srcOrd="5" destOrd="0" presId="urn:microsoft.com/office/officeart/2008/layout/NameandTitleOrganizationalChart"/>
    <dgm:cxn modelId="{54A1B0E1-06DA-4A1A-88DE-FDEC38865C86}" type="presParOf" srcId="{2ABDE5D5-CA31-4363-A699-2BF7796F752A}" destId="{298DCEB2-1785-407C-BBE3-B41A33BEF555}" srcOrd="0" destOrd="0" presId="urn:microsoft.com/office/officeart/2008/layout/NameandTitleOrganizationalChart"/>
    <dgm:cxn modelId="{AADD5738-03A7-4326-89C6-13F5C70AD7A5}" type="presParOf" srcId="{298DCEB2-1785-407C-BBE3-B41A33BEF555}" destId="{97E0844F-FA71-45C4-A671-FBCDF921A023}" srcOrd="0" destOrd="0" presId="urn:microsoft.com/office/officeart/2008/layout/NameandTitleOrganizationalChart"/>
    <dgm:cxn modelId="{2F25A415-4834-4900-9CF4-D6D1DC341C0B}" type="presParOf" srcId="{298DCEB2-1785-407C-BBE3-B41A33BEF555}" destId="{294FA2C7-FF6D-4661-AA48-3D69249133E9}" srcOrd="1" destOrd="0" presId="urn:microsoft.com/office/officeart/2008/layout/NameandTitleOrganizationalChart"/>
    <dgm:cxn modelId="{FAC03996-BA32-427D-82B7-828AED0A2B15}" type="presParOf" srcId="{298DCEB2-1785-407C-BBE3-B41A33BEF555}" destId="{FB1D05BD-43CC-4C31-9661-1A1EF5FAEDA7}" srcOrd="2" destOrd="0" presId="urn:microsoft.com/office/officeart/2008/layout/NameandTitleOrganizationalChart"/>
    <dgm:cxn modelId="{859A4BC7-B61E-4C86-AFE2-01821B21DCD9}" type="presParOf" srcId="{2ABDE5D5-CA31-4363-A699-2BF7796F752A}" destId="{08BADFDC-8A9E-4B5F-A3E2-7A86BCB52331}" srcOrd="1" destOrd="0" presId="urn:microsoft.com/office/officeart/2008/layout/NameandTitleOrganizationalChart"/>
    <dgm:cxn modelId="{00403BC3-8EAF-46C4-BCD6-519F2AA0ADF4}" type="presParOf" srcId="{2ABDE5D5-CA31-4363-A699-2BF7796F752A}" destId="{BA0AB8F2-0202-4AC7-AF79-97ED3F38BC40}" srcOrd="2" destOrd="0" presId="urn:microsoft.com/office/officeart/2008/layout/NameandTitleOrganizationalChart"/>
    <dgm:cxn modelId="{D5A273E6-92FE-4848-AEEC-3CD7754F0A42}" type="presParOf" srcId="{75FDEDCE-D5AE-4933-B7B2-62CA043B23DA}" destId="{3355E687-CB43-4ED2-AF09-95C4B0E50E3B}" srcOrd="2" destOrd="0" presId="urn:microsoft.com/office/officeart/2008/layout/NameandTitleOrganizationalChart"/>
    <dgm:cxn modelId="{4914CA85-15FD-4557-8434-E8B1F6532244}" type="presParOf" srcId="{3355E687-CB43-4ED2-AF09-95C4B0E50E3B}" destId="{86179163-B163-4A38-92F0-DB002A6D5F1A}" srcOrd="0" destOrd="0" presId="urn:microsoft.com/office/officeart/2008/layout/NameandTitleOrganizationalChart"/>
    <dgm:cxn modelId="{0C9967E8-1F8B-497F-B031-B4A4A87DE1B3}" type="presParOf" srcId="{3355E687-CB43-4ED2-AF09-95C4B0E50E3B}" destId="{4BBBB9FB-BB30-4EBB-945B-C7877FB3129C}" srcOrd="1" destOrd="0" presId="urn:microsoft.com/office/officeart/2008/layout/NameandTitleOrganizationalChart"/>
    <dgm:cxn modelId="{31A7FE4E-BC9A-4F6B-8756-9FF6BED74D57}" type="presParOf" srcId="{4BBBB9FB-BB30-4EBB-945B-C7877FB3129C}" destId="{F2E7ED2E-92D2-4FCC-88C3-7D31C944539F}" srcOrd="0" destOrd="0" presId="urn:microsoft.com/office/officeart/2008/layout/NameandTitleOrganizationalChart"/>
    <dgm:cxn modelId="{C99E2A8D-10ED-40C7-9C81-3D7857AD86EE}" type="presParOf" srcId="{F2E7ED2E-92D2-4FCC-88C3-7D31C944539F}" destId="{40DE2303-7505-4131-8827-32CDBF335904}" srcOrd="0" destOrd="0" presId="urn:microsoft.com/office/officeart/2008/layout/NameandTitleOrganizationalChart"/>
    <dgm:cxn modelId="{7299AF20-AE51-458C-9648-B8218F4313DA}" type="presParOf" srcId="{F2E7ED2E-92D2-4FCC-88C3-7D31C944539F}" destId="{9B368D98-9058-4001-B7E3-A85B669226FF}" srcOrd="1" destOrd="0" presId="urn:microsoft.com/office/officeart/2008/layout/NameandTitleOrganizationalChart"/>
    <dgm:cxn modelId="{E9546E71-9129-4396-B765-B679A0751D22}" type="presParOf" srcId="{F2E7ED2E-92D2-4FCC-88C3-7D31C944539F}" destId="{A092268F-6F11-4A50-BD44-7E26E8222386}" srcOrd="2" destOrd="0" presId="urn:microsoft.com/office/officeart/2008/layout/NameandTitleOrganizationalChart"/>
    <dgm:cxn modelId="{ABE57CC4-D5D7-4528-B92F-E0FFB653D19A}" type="presParOf" srcId="{4BBBB9FB-BB30-4EBB-945B-C7877FB3129C}" destId="{C46EEA55-1FB7-405B-96CB-55E831BBF6EA}" srcOrd="1" destOrd="0" presId="urn:microsoft.com/office/officeart/2008/layout/NameandTitleOrganizationalChart"/>
    <dgm:cxn modelId="{11EA6A0D-230F-4D6B-908B-22BC08B66C2B}" type="presParOf" srcId="{4BBBB9FB-BB30-4EBB-945B-C7877FB3129C}" destId="{5C9EB467-6392-49EA-9820-E67EBEF9F8F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79163-B163-4A38-92F0-DB002A6D5F1A}">
      <dsp:nvSpPr>
        <dsp:cNvPr id="0" name=""/>
        <dsp:cNvSpPr/>
      </dsp:nvSpPr>
      <dsp:spPr>
        <a:xfrm>
          <a:off x="3504736" y="617117"/>
          <a:ext cx="178144" cy="1000975"/>
        </a:xfrm>
        <a:custGeom>
          <a:avLst/>
          <a:gdLst/>
          <a:ahLst/>
          <a:cxnLst/>
          <a:rect l="0" t="0" r="0" b="0"/>
          <a:pathLst>
            <a:path>
              <a:moveTo>
                <a:pt x="178144" y="0"/>
              </a:moveTo>
              <a:lnTo>
                <a:pt x="178144" y="1000975"/>
              </a:lnTo>
              <a:lnTo>
                <a:pt x="0" y="1000975"/>
              </a:lnTo>
            </a:path>
          </a:pathLst>
        </a:cu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6CA6BE-900C-4A1F-A5B8-444BBA20EB30}">
      <dsp:nvSpPr>
        <dsp:cNvPr id="0" name=""/>
        <dsp:cNvSpPr/>
      </dsp:nvSpPr>
      <dsp:spPr>
        <a:xfrm>
          <a:off x="3682881" y="617117"/>
          <a:ext cx="2512699" cy="2268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4562"/>
              </a:lnTo>
              <a:lnTo>
                <a:pt x="2512699" y="2064562"/>
              </a:lnTo>
              <a:lnTo>
                <a:pt x="2512699" y="2268238"/>
              </a:lnTo>
            </a:path>
          </a:pathLst>
        </a:cu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C2C4FC-3884-4640-AD90-A9E14D3CD0B4}">
      <dsp:nvSpPr>
        <dsp:cNvPr id="0" name=""/>
        <dsp:cNvSpPr/>
      </dsp:nvSpPr>
      <dsp:spPr>
        <a:xfrm>
          <a:off x="3523750" y="617117"/>
          <a:ext cx="159130" cy="2268238"/>
        </a:xfrm>
        <a:custGeom>
          <a:avLst/>
          <a:gdLst/>
          <a:ahLst/>
          <a:cxnLst/>
          <a:rect l="0" t="0" r="0" b="0"/>
          <a:pathLst>
            <a:path>
              <a:moveTo>
                <a:pt x="159130" y="0"/>
              </a:moveTo>
              <a:lnTo>
                <a:pt x="159130" y="2064562"/>
              </a:lnTo>
              <a:lnTo>
                <a:pt x="0" y="2064562"/>
              </a:lnTo>
              <a:lnTo>
                <a:pt x="0" y="2268238"/>
              </a:lnTo>
            </a:path>
          </a:pathLst>
        </a:cu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B64B3-D2DF-43C8-B68A-60F980DBBF56}">
      <dsp:nvSpPr>
        <dsp:cNvPr id="0" name=""/>
        <dsp:cNvSpPr/>
      </dsp:nvSpPr>
      <dsp:spPr>
        <a:xfrm>
          <a:off x="1198617" y="617117"/>
          <a:ext cx="2484263" cy="2268238"/>
        </a:xfrm>
        <a:custGeom>
          <a:avLst/>
          <a:gdLst/>
          <a:ahLst/>
          <a:cxnLst/>
          <a:rect l="0" t="0" r="0" b="0"/>
          <a:pathLst>
            <a:path>
              <a:moveTo>
                <a:pt x="2484263" y="0"/>
              </a:moveTo>
              <a:lnTo>
                <a:pt x="2484263" y="2064562"/>
              </a:lnTo>
              <a:lnTo>
                <a:pt x="0" y="2064562"/>
              </a:lnTo>
              <a:lnTo>
                <a:pt x="0" y="2268238"/>
              </a:lnTo>
            </a:path>
          </a:pathLst>
        </a:cu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0BBA22-FE70-41B1-BE1A-CFC3BD937EDC}">
      <dsp:nvSpPr>
        <dsp:cNvPr id="0" name=""/>
        <dsp:cNvSpPr/>
      </dsp:nvSpPr>
      <dsp:spPr>
        <a:xfrm>
          <a:off x="2695261" y="627"/>
          <a:ext cx="1975238" cy="6164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2317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DIRECTOR GENERAL</a:t>
          </a:r>
        </a:p>
      </dsp:txBody>
      <dsp:txXfrm>
        <a:off x="2695261" y="627"/>
        <a:ext cx="1975238" cy="616489"/>
      </dsp:txXfrm>
    </dsp:sp>
    <dsp:sp modelId="{E40C3F0C-8E09-44CF-B2F7-706E1B912A78}">
      <dsp:nvSpPr>
        <dsp:cNvPr id="0" name=""/>
        <dsp:cNvSpPr/>
      </dsp:nvSpPr>
      <dsp:spPr>
        <a:xfrm>
          <a:off x="4398599" y="461727"/>
          <a:ext cx="1571585" cy="4701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ASESORES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CONTRALORIA</a:t>
          </a:r>
        </a:p>
      </dsp:txBody>
      <dsp:txXfrm>
        <a:off x="4398599" y="461727"/>
        <a:ext cx="1571585" cy="470195"/>
      </dsp:txXfrm>
    </dsp:sp>
    <dsp:sp modelId="{17E20FD7-ACD5-4A5E-A900-D1C12BE07BE3}">
      <dsp:nvSpPr>
        <dsp:cNvPr id="0" name=""/>
        <dsp:cNvSpPr/>
      </dsp:nvSpPr>
      <dsp:spPr>
        <a:xfrm>
          <a:off x="123794" y="2885355"/>
          <a:ext cx="2149646" cy="8728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2317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DIR. EXPLORACIONES</a:t>
          </a:r>
        </a:p>
      </dsp:txBody>
      <dsp:txXfrm>
        <a:off x="123794" y="2885355"/>
        <a:ext cx="2149646" cy="872893"/>
      </dsp:txXfrm>
    </dsp:sp>
    <dsp:sp modelId="{A3DAE1F1-AB0D-49AE-ADB6-49ABAD8531A3}">
      <dsp:nvSpPr>
        <dsp:cNvPr id="0" name=""/>
        <dsp:cNvSpPr/>
      </dsp:nvSpPr>
      <dsp:spPr>
        <a:xfrm>
          <a:off x="454000" y="3564272"/>
          <a:ext cx="1517326" cy="2909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200" kern="1200"/>
        </a:p>
      </dsp:txBody>
      <dsp:txXfrm>
        <a:off x="454000" y="3564272"/>
        <a:ext cx="1517326" cy="290964"/>
      </dsp:txXfrm>
    </dsp:sp>
    <dsp:sp modelId="{DFA4FD8A-0BD2-4368-995C-76AC2DFA9209}">
      <dsp:nvSpPr>
        <dsp:cNvPr id="0" name=""/>
        <dsp:cNvSpPr/>
      </dsp:nvSpPr>
      <dsp:spPr>
        <a:xfrm>
          <a:off x="2680791" y="2885355"/>
          <a:ext cx="1685918" cy="8728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2317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DIR. TECNICO</a:t>
          </a:r>
        </a:p>
      </dsp:txBody>
      <dsp:txXfrm>
        <a:off x="2680791" y="2885355"/>
        <a:ext cx="1685918" cy="872893"/>
      </dsp:txXfrm>
    </dsp:sp>
    <dsp:sp modelId="{34B0D911-813C-4170-8222-3F194D87BD8B}">
      <dsp:nvSpPr>
        <dsp:cNvPr id="0" name=""/>
        <dsp:cNvSpPr/>
      </dsp:nvSpPr>
      <dsp:spPr>
        <a:xfrm>
          <a:off x="3242236" y="3392133"/>
          <a:ext cx="1828287" cy="64015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TECNOLOGIAS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LABORATORIOS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ECOLOGIA Y MEDIO AMBIENTE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200" kern="1200" dirty="0"/>
        </a:p>
      </dsp:txBody>
      <dsp:txXfrm>
        <a:off x="3242236" y="3392133"/>
        <a:ext cx="1828287" cy="640154"/>
      </dsp:txXfrm>
    </dsp:sp>
    <dsp:sp modelId="{97E0844F-FA71-45C4-A671-FBCDF921A023}">
      <dsp:nvSpPr>
        <dsp:cNvPr id="0" name=""/>
        <dsp:cNvSpPr/>
      </dsp:nvSpPr>
      <dsp:spPr>
        <a:xfrm>
          <a:off x="5098132" y="2885355"/>
          <a:ext cx="2194896" cy="8728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2317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DIR. OPERACIONES</a:t>
          </a:r>
        </a:p>
      </dsp:txBody>
      <dsp:txXfrm>
        <a:off x="5098132" y="2885355"/>
        <a:ext cx="2194896" cy="872893"/>
      </dsp:txXfrm>
    </dsp:sp>
    <dsp:sp modelId="{294FA2C7-FF6D-4661-AA48-3D69249133E9}">
      <dsp:nvSpPr>
        <dsp:cNvPr id="0" name=""/>
        <dsp:cNvSpPr/>
      </dsp:nvSpPr>
      <dsp:spPr>
        <a:xfrm>
          <a:off x="5708605" y="3388316"/>
          <a:ext cx="1479727" cy="64413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PROCESOS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PLANTAS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EQUIPOS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MANTENIMIENTOS</a:t>
          </a:r>
          <a:endParaRPr lang="es-MX" sz="1000" kern="1200" dirty="0"/>
        </a:p>
      </dsp:txBody>
      <dsp:txXfrm>
        <a:off x="5708605" y="3388316"/>
        <a:ext cx="1479727" cy="644131"/>
      </dsp:txXfrm>
    </dsp:sp>
    <dsp:sp modelId="{40DE2303-7505-4131-8827-32CDBF335904}">
      <dsp:nvSpPr>
        <dsp:cNvPr id="0" name=""/>
        <dsp:cNvSpPr/>
      </dsp:nvSpPr>
      <dsp:spPr>
        <a:xfrm>
          <a:off x="1414181" y="1188878"/>
          <a:ext cx="2090555" cy="8584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2317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DIR.</a:t>
          </a:r>
          <a:r>
            <a:rPr lang="es-MX" sz="1600" kern="1200" baseline="0" dirty="0"/>
            <a:t> DE FINANZAS Y ADMON.</a:t>
          </a:r>
          <a:endParaRPr lang="es-MX" sz="1600" kern="1200" dirty="0"/>
        </a:p>
      </dsp:txBody>
      <dsp:txXfrm>
        <a:off x="1414181" y="1188878"/>
        <a:ext cx="2090555" cy="858429"/>
      </dsp:txXfrm>
    </dsp:sp>
    <dsp:sp modelId="{9B368D98-9058-4001-B7E3-A85B669226FF}">
      <dsp:nvSpPr>
        <dsp:cNvPr id="0" name=""/>
        <dsp:cNvSpPr/>
      </dsp:nvSpPr>
      <dsp:spPr>
        <a:xfrm>
          <a:off x="2240245" y="1982483"/>
          <a:ext cx="1321045" cy="6286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LABORAL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FISCAL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LEGAL</a:t>
          </a:r>
        </a:p>
      </dsp:txBody>
      <dsp:txXfrm>
        <a:off x="2240245" y="1982483"/>
        <a:ext cx="1321045" cy="6286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70688-328B-4FDC-97EB-E3EC0E358901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99B51-B035-4712-949D-3711617A86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5403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E6FE9-DEA7-4D14-8A86-A221D0BE84F1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781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E6FE9-DEA7-4D14-8A86-A221D0BE84F1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69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 redondeado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4 Título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0" name="19 Subtítulo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 redondeado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dondear rectángulo de esquina sencilla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/>
              <a:t>Haga clic en el icono para agregar una imagen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6855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4427" y="349758"/>
            <a:ext cx="6875145" cy="288541"/>
          </a:xfrm>
        </p:spPr>
        <p:txBody>
          <a:bodyPr lIns="0" tIns="0" rIns="0" bIns="0"/>
          <a:lstStyle>
            <a:lvl1pPr>
              <a:defRPr sz="1875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410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4427" y="349758"/>
            <a:ext cx="6875145" cy="288541"/>
          </a:xfrm>
        </p:spPr>
        <p:txBody>
          <a:bodyPr lIns="0" tIns="0" rIns="0" bIns="0"/>
          <a:lstStyle>
            <a:lvl1pPr>
              <a:defRPr sz="1875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815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4427" y="349758"/>
            <a:ext cx="6875145" cy="288541"/>
          </a:xfrm>
        </p:spPr>
        <p:txBody>
          <a:bodyPr lIns="0" tIns="0" rIns="0" bIns="0"/>
          <a:lstStyle>
            <a:lvl1pPr>
              <a:defRPr sz="1875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3820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736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 redondeado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Marcador de título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685B1E1E-F0ED-40FA-A4BC-4A2AC33B225E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18" name="1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E2E0584E-AA7C-4018-9CBF-FC1B748BF2E7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28307" y="0"/>
            <a:ext cx="9144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bg object 17"/>
          <p:cNvSpPr/>
          <p:nvPr/>
        </p:nvSpPr>
        <p:spPr>
          <a:xfrm>
            <a:off x="5568696" y="3681984"/>
            <a:ext cx="3572828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" name="bg object 18"/>
          <p:cNvSpPr/>
          <p:nvPr/>
        </p:nvSpPr>
        <p:spPr>
          <a:xfrm>
            <a:off x="6886576" y="0"/>
            <a:ext cx="225552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A4B592">
              <a:alpha val="3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bg object 19"/>
          <p:cNvSpPr/>
          <p:nvPr/>
        </p:nvSpPr>
        <p:spPr>
          <a:xfrm>
            <a:off x="7203251" y="0"/>
            <a:ext cx="1941195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A4B592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bg object 20"/>
          <p:cNvSpPr/>
          <p:nvPr/>
        </p:nvSpPr>
        <p:spPr>
          <a:xfrm>
            <a:off x="6699123" y="3048000"/>
            <a:ext cx="2445068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F3A346">
              <a:alpha val="7215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bg object 21"/>
          <p:cNvSpPr/>
          <p:nvPr/>
        </p:nvSpPr>
        <p:spPr>
          <a:xfrm>
            <a:off x="7003343" y="0"/>
            <a:ext cx="2138839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DD7D0D">
              <a:alpha val="7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bg object 22"/>
          <p:cNvSpPr/>
          <p:nvPr/>
        </p:nvSpPr>
        <p:spPr>
          <a:xfrm>
            <a:off x="8173594" y="0"/>
            <a:ext cx="968216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8D2BD">
              <a:alpha val="7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3" name="bg object 23"/>
          <p:cNvSpPr/>
          <p:nvPr/>
        </p:nvSpPr>
        <p:spPr>
          <a:xfrm>
            <a:off x="8205562" y="0"/>
            <a:ext cx="936308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A4B592">
              <a:alpha val="65097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bg object 24"/>
          <p:cNvSpPr/>
          <p:nvPr/>
        </p:nvSpPr>
        <p:spPr>
          <a:xfrm>
            <a:off x="7779259" y="3590543"/>
            <a:ext cx="1362551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A4B592">
              <a:alpha val="79998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5" name="bg object 25"/>
          <p:cNvSpPr/>
          <p:nvPr/>
        </p:nvSpPr>
        <p:spPr>
          <a:xfrm>
            <a:off x="0" y="4012692"/>
            <a:ext cx="336232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A4B592">
              <a:alpha val="85096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1567" y="179297"/>
            <a:ext cx="625427" cy="8360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4427" y="349758"/>
            <a:ext cx="687514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5502" y="1845690"/>
            <a:ext cx="77457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799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lance.internacional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83568" y="5373216"/>
            <a:ext cx="7768952" cy="576064"/>
          </a:xfrm>
          <a:ln w="38100">
            <a:solidFill>
              <a:schemeClr val="accent6"/>
            </a:solidFill>
          </a:ln>
        </p:spPr>
        <p:txBody>
          <a:bodyPr>
            <a:normAutofit fontScale="92500"/>
          </a:bodyPr>
          <a:lstStyle/>
          <a:p>
            <a:pPr algn="ctr"/>
            <a:r>
              <a:rPr lang="es-MX" sz="1400" b="1" dirty="0">
                <a:solidFill>
                  <a:schemeClr val="tx1"/>
                </a:solidFill>
              </a:rPr>
              <a:t>PREPARO : ING. ANGEL EFRAIN RODRIGUEZ ORTIZ –  DIRECTOR GENERAL.</a:t>
            </a:r>
          </a:p>
          <a:p>
            <a:pPr algn="ctr"/>
            <a:r>
              <a:rPr lang="es-MX" sz="1400" b="1" dirty="0">
                <a:solidFill>
                  <a:schemeClr val="tx1"/>
                </a:solidFill>
              </a:rPr>
              <a:t>MONCLOVA, COAH.   6 DE ABRIL DEL 2026.</a:t>
            </a:r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95536" y="476672"/>
            <a:ext cx="8280920" cy="4464496"/>
          </a:xfrm>
          <a:solidFill>
            <a:schemeClr val="bg2"/>
          </a:solidFill>
          <a:ln w="38100">
            <a:solidFill>
              <a:schemeClr val="tx2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s-MX" sz="3600" b="1" dirty="0"/>
              <a:t> </a:t>
            </a:r>
            <a:br>
              <a:rPr lang="es-MX" sz="3600" b="1" dirty="0"/>
            </a:br>
            <a:br>
              <a:rPr lang="es-MX" sz="3600" b="1" dirty="0"/>
            </a:br>
            <a:r>
              <a:rPr lang="es-MX" sz="2200" b="1" dirty="0">
                <a:solidFill>
                  <a:srgbClr val="FF0000"/>
                </a:solidFill>
              </a:rPr>
              <a:t>LANCE INTERNACIONAL S.A. DE C.V.</a:t>
            </a:r>
            <a:br>
              <a:rPr lang="es-MX" sz="3200" b="1" dirty="0">
                <a:solidFill>
                  <a:schemeClr val="tx2"/>
                </a:solidFill>
              </a:rPr>
            </a:br>
            <a:r>
              <a:rPr lang="es-MX" sz="2200" dirty="0">
                <a:solidFill>
                  <a:schemeClr val="tx2"/>
                </a:solidFill>
              </a:rPr>
              <a:t>CURRICULUM</a:t>
            </a:r>
            <a:r>
              <a:rPr lang="es-MX" sz="2200" b="1" dirty="0">
                <a:solidFill>
                  <a:schemeClr val="tx2"/>
                </a:solidFill>
              </a:rPr>
              <a:t> MINERO.</a:t>
            </a:r>
            <a:br>
              <a:rPr lang="es-MX" sz="3200" b="1" dirty="0"/>
            </a:br>
            <a:br>
              <a:rPr lang="es-MX" sz="3200" b="1" dirty="0"/>
            </a:br>
            <a:r>
              <a:rPr lang="es-MX" sz="3200" b="1" dirty="0"/>
              <a:t>PRESENTACION EJECUTIVA.</a:t>
            </a:r>
            <a:br>
              <a:rPr lang="es-MX" sz="3200" b="1" dirty="0"/>
            </a:br>
            <a:br>
              <a:rPr lang="es-MX" sz="2800" b="1" dirty="0">
                <a:solidFill>
                  <a:srgbClr val="FF0000"/>
                </a:solidFill>
              </a:rPr>
            </a:br>
            <a:br>
              <a:rPr lang="es-MX" sz="2800" b="1" dirty="0">
                <a:solidFill>
                  <a:srgbClr val="FF0000"/>
                </a:solidFill>
              </a:rPr>
            </a:br>
            <a:r>
              <a:rPr lang="es-MX" sz="1800" b="0" dirty="0" err="1">
                <a:solidFill>
                  <a:schemeClr val="tx1"/>
                </a:solidFill>
              </a:rPr>
              <a:t>Alamo</a:t>
            </a:r>
            <a:r>
              <a:rPr lang="es-MX" sz="1800" b="0" dirty="0">
                <a:solidFill>
                  <a:schemeClr val="tx1"/>
                </a:solidFill>
              </a:rPr>
              <a:t> 102, Col. Del Prado, Monclova, </a:t>
            </a:r>
            <a:r>
              <a:rPr lang="es-MX" sz="1800" b="0" dirty="0" err="1">
                <a:solidFill>
                  <a:schemeClr val="tx1"/>
                </a:solidFill>
              </a:rPr>
              <a:t>Coah</a:t>
            </a:r>
            <a:r>
              <a:rPr lang="es-MX" sz="1800" b="0" dirty="0">
                <a:solidFill>
                  <a:schemeClr val="tx1"/>
                </a:solidFill>
              </a:rPr>
              <a:t>.</a:t>
            </a:r>
            <a:br>
              <a:rPr lang="es-MX" sz="1800" b="0" dirty="0">
                <a:solidFill>
                  <a:schemeClr val="tx1"/>
                </a:solidFill>
              </a:rPr>
            </a:br>
            <a:r>
              <a:rPr lang="es-MX" sz="1800" b="0" dirty="0">
                <a:solidFill>
                  <a:schemeClr val="tx1"/>
                </a:solidFill>
              </a:rPr>
              <a:t> Tel. (866)633-5420, 632-0237;  E-mail:  lance.internacional@gmail.com</a:t>
            </a:r>
            <a:br>
              <a:rPr lang="es-MX" sz="1800" dirty="0"/>
            </a:br>
            <a:br>
              <a:rPr lang="es-MX" sz="2800" dirty="0"/>
            </a:br>
            <a:endParaRPr lang="es-MX" sz="2800" b="1" dirty="0">
              <a:solidFill>
                <a:srgbClr val="FF0000"/>
              </a:solidFill>
            </a:endParaRPr>
          </a:p>
        </p:txBody>
      </p:sp>
      <p:pic>
        <p:nvPicPr>
          <p:cNvPr id="1026" name="Imagen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548680"/>
            <a:ext cx="825581" cy="720080"/>
          </a:xfrm>
          <a:prstGeom prst="rect">
            <a:avLst/>
          </a:prstGeom>
          <a:solidFill>
            <a:srgbClr val="FFFFFF"/>
          </a:solidFill>
          <a:ln w="1"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9729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FE325-81A7-1AC6-8625-A79B450F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8DB977-1ECA-D7F4-8107-4DA2437BC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556792"/>
            <a:ext cx="8183880" cy="4187952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sz="1300" b="1" dirty="0">
                <a:solidFill>
                  <a:schemeClr val="tx2">
                    <a:lumMod val="75000"/>
                  </a:schemeClr>
                </a:solidFill>
              </a:rPr>
              <a:t>1.- “LANCE” CUENTA CON DIFERENTES CONCESIONES MINERAS EN EL NORTE DE MEXICO CON SUPERFICIES DEL ORDEN DE 70 MIL HECTÁREAS Y MAS DE 500 MILLONES DE TONELADAS DE RESERVAS DE MINERALES CON CONTENIDOS DE METALES PRECIOSOS: ORO, PLATA Y PLATINOIDES (PALADIO, PLATINO, IRIDIO, RODIO, RUTENIO Y OSMIO).</a:t>
            </a:r>
          </a:p>
          <a:p>
            <a:pPr algn="just"/>
            <a:endParaRPr lang="es-MX" sz="1300" b="1" dirty="0">
              <a:solidFill>
                <a:schemeClr val="tx2">
                  <a:lumMod val="75000"/>
                </a:schemeClr>
              </a:solidFill>
            </a:endParaRPr>
          </a:p>
          <a:p>
            <a:pPr algn="just"/>
            <a:r>
              <a:rPr lang="es-MX" sz="1300" b="1" dirty="0">
                <a:solidFill>
                  <a:schemeClr val="tx2">
                    <a:lumMod val="75000"/>
                  </a:schemeClr>
                </a:solidFill>
              </a:rPr>
              <a:t>2.- SE CUENTA CON CONTRATO DE ASOCIACION POR 5 AÑOS (RENOVABLE) CON EMPRESA DE COREA DEL SUR (PLASMA ONE INC.), QUIEN TIENE LA TECNOLOGIA Y EQUIPOS ESPECIALIZADOS PARA PROCESAR A LINGOTES TIPO BULLION Y REALIZAR SU VENTA EN COREA Y JAPÓN. LA PLANTA NUEVA INICIARA PRODUCCIÓN EN 6 MESES.</a:t>
            </a:r>
          </a:p>
          <a:p>
            <a:pPr algn="just"/>
            <a:endParaRPr lang="es-MX" sz="1300" b="1" dirty="0">
              <a:solidFill>
                <a:schemeClr val="tx2">
                  <a:lumMod val="75000"/>
                </a:schemeClr>
              </a:solidFill>
            </a:endParaRPr>
          </a:p>
          <a:p>
            <a:pPr algn="just"/>
            <a:r>
              <a:rPr lang="es-MX" sz="1300" b="1" dirty="0">
                <a:solidFill>
                  <a:schemeClr val="tx2">
                    <a:lumMod val="75000"/>
                  </a:schemeClr>
                </a:solidFill>
              </a:rPr>
              <a:t>3.- “LANCE” HARIA LA EXPLOTACION DE MINAS, CONCENTRACIÓN Y EXPORTACION DE 250 TON/MES.</a:t>
            </a:r>
          </a:p>
          <a:p>
            <a:pPr algn="just"/>
            <a:endParaRPr lang="es-MX" sz="1300" b="1" dirty="0">
              <a:solidFill>
                <a:schemeClr val="tx2">
                  <a:lumMod val="75000"/>
                </a:schemeClr>
              </a:solidFill>
            </a:endParaRPr>
          </a:p>
          <a:p>
            <a:pPr algn="just"/>
            <a:r>
              <a:rPr lang="es-MX" sz="1300" b="1" dirty="0">
                <a:solidFill>
                  <a:schemeClr val="tx2">
                    <a:lumMod val="75000"/>
                  </a:schemeClr>
                </a:solidFill>
              </a:rPr>
              <a:t>4.- LA CAPACIDAD DE PROCESO Y FUNDICIÓN DE “PLASMA ONE INC.” ES DE 10 TON/DIA, ESPERANDO UNA PRODUCCION DE LINGOTES DE 50 TON/MES.</a:t>
            </a:r>
          </a:p>
          <a:p>
            <a:pPr algn="just"/>
            <a:endParaRPr lang="es-MX" sz="1300" b="1" dirty="0">
              <a:solidFill>
                <a:schemeClr val="tx2">
                  <a:lumMod val="75000"/>
                </a:schemeClr>
              </a:solidFill>
            </a:endParaRPr>
          </a:p>
          <a:p>
            <a:pPr algn="just"/>
            <a:r>
              <a:rPr lang="es-MX" sz="1300" b="1" dirty="0">
                <a:solidFill>
                  <a:schemeClr val="tx2">
                    <a:lumMod val="75000"/>
                  </a:schemeClr>
                </a:solidFill>
              </a:rPr>
              <a:t>5.- LOS INGRESOS PROYECTADOS PARA “LANCE” ES DE 2 A 20 MILLONES DE DOLARES/MES, EN FUNCION DE LAS CONCENTRACIONES LOGRADAS EN MEXICO.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E94668-BC7A-C688-F52C-34DB51191E4A}"/>
              </a:ext>
            </a:extLst>
          </p:cNvPr>
          <p:cNvSpPr txBox="1"/>
          <p:nvPr/>
        </p:nvSpPr>
        <p:spPr>
          <a:xfrm>
            <a:off x="1187624" y="692696"/>
            <a:ext cx="712879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MX" sz="1000" b="1" dirty="0">
              <a:solidFill>
                <a:srgbClr val="FF0000"/>
              </a:solidFill>
            </a:endParaRPr>
          </a:p>
          <a:p>
            <a:pPr algn="ctr"/>
            <a:r>
              <a:rPr lang="es-MX" sz="1300" b="1" dirty="0"/>
              <a:t>ANTECEDENTES:</a:t>
            </a:r>
            <a:endParaRPr lang="es-MX" sz="1300" dirty="0"/>
          </a:p>
        </p:txBody>
      </p:sp>
    </p:spTree>
    <p:extLst>
      <p:ext uri="{BB962C8B-B14F-4D97-AF65-F5344CB8AC3E}">
        <p14:creationId xmlns:p14="http://schemas.microsoft.com/office/powerpoint/2010/main" val="222825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409C00A-9BE8-7339-0FFE-74EE4D97C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836712"/>
            <a:ext cx="8343869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94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img5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0652" y="1159748"/>
            <a:ext cx="4990687" cy="5365596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3347864" y="4581128"/>
            <a:ext cx="2016224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ES" sz="1000" b="1" dirty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 </a:t>
            </a:r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457200" y="397857"/>
            <a:ext cx="8075240" cy="829092"/>
          </a:xfrm>
          <a:solidFill>
            <a:schemeClr val="bg2"/>
          </a:solidFill>
          <a:ln w="57150"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 fontScale="90000"/>
          </a:bodyPr>
          <a:lstStyle/>
          <a:p>
            <a:pPr algn="ctr"/>
            <a:br>
              <a:rPr lang="es-MX" sz="2000" b="1" dirty="0"/>
            </a:br>
            <a:r>
              <a:rPr lang="es-MX" sz="2000" b="1" dirty="0"/>
              <a:t>LOCALIZACION DE</a:t>
            </a:r>
            <a:r>
              <a:rPr lang="es-MX" sz="2000" dirty="0"/>
              <a:t> AREAS MINERAS</a:t>
            </a:r>
            <a:r>
              <a:rPr lang="es-MX" sz="2000" b="1" dirty="0"/>
              <a:t>.</a:t>
            </a:r>
            <a:br>
              <a:rPr lang="es-MX" sz="2000" b="1" dirty="0"/>
            </a:br>
            <a:r>
              <a:rPr lang="es-MX" sz="1200" b="1" dirty="0">
                <a:solidFill>
                  <a:srgbClr val="FF0000"/>
                </a:solidFill>
              </a:rPr>
              <a:t> LANCE INTERNACIONAL S.A. DE C.V.</a:t>
            </a:r>
            <a:br>
              <a:rPr lang="es-MX" sz="1200" b="1" dirty="0">
                <a:solidFill>
                  <a:srgbClr val="FF0000"/>
                </a:solidFill>
              </a:rPr>
            </a:br>
            <a:br>
              <a:rPr lang="es-MX" sz="1200" b="1" dirty="0">
                <a:solidFill>
                  <a:srgbClr val="FF0000"/>
                </a:solidFill>
              </a:rPr>
            </a:br>
            <a:endParaRPr lang="es-MX" sz="1200" dirty="0"/>
          </a:p>
        </p:txBody>
      </p:sp>
      <p:sp>
        <p:nvSpPr>
          <p:cNvPr id="9" name="8 CuadroTexto"/>
          <p:cNvSpPr txBox="1"/>
          <p:nvPr/>
        </p:nvSpPr>
        <p:spPr>
          <a:xfrm>
            <a:off x="2411760" y="3573016"/>
            <a:ext cx="864096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s-MX" sz="1000" dirty="0">
                <a:solidFill>
                  <a:srgbClr val="FF0000"/>
                </a:solidFill>
                <a:latin typeface="Calibri" pitchFamily="34" charset="0"/>
              </a:rPr>
              <a:t>EL SOL</a:t>
            </a:r>
          </a:p>
        </p:txBody>
      </p:sp>
      <p:sp>
        <p:nvSpPr>
          <p:cNvPr id="11" name="10 Estrella de 5 puntas"/>
          <p:cNvSpPr/>
          <p:nvPr/>
        </p:nvSpPr>
        <p:spPr>
          <a:xfrm>
            <a:off x="3563888" y="1772816"/>
            <a:ext cx="216024" cy="203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11 Estrella de 5 puntas"/>
          <p:cNvSpPr/>
          <p:nvPr/>
        </p:nvSpPr>
        <p:spPr>
          <a:xfrm>
            <a:off x="2565051" y="3408094"/>
            <a:ext cx="360040" cy="28803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12 Estrella de 5 puntas"/>
          <p:cNvSpPr/>
          <p:nvPr/>
        </p:nvSpPr>
        <p:spPr>
          <a:xfrm>
            <a:off x="4211960" y="4437112"/>
            <a:ext cx="180020" cy="1440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4" name="Imagen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6084" y="526315"/>
            <a:ext cx="603548" cy="526421"/>
          </a:xfrm>
          <a:prstGeom prst="rect">
            <a:avLst/>
          </a:prstGeom>
          <a:solidFill>
            <a:srgbClr val="FFFFFF"/>
          </a:solidFill>
          <a:ln w="1">
            <a:miter lim="800000"/>
            <a:headEnd/>
            <a:tailEnd/>
          </a:ln>
        </p:spPr>
      </p:pic>
      <p:sp>
        <p:nvSpPr>
          <p:cNvPr id="15" name="14 Estrella de 5 puntas"/>
          <p:cNvSpPr/>
          <p:nvPr/>
        </p:nvSpPr>
        <p:spPr>
          <a:xfrm>
            <a:off x="3131840" y="2865929"/>
            <a:ext cx="216024" cy="203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1 CuadroTexto"/>
          <p:cNvSpPr txBox="1"/>
          <p:nvPr/>
        </p:nvSpPr>
        <p:spPr>
          <a:xfrm>
            <a:off x="3131840" y="2865929"/>
            <a:ext cx="6480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solidFill>
                  <a:srgbClr val="FF0000"/>
                </a:solidFill>
              </a:rPr>
              <a:t>EL </a:t>
            </a:r>
          </a:p>
        </p:txBody>
      </p:sp>
      <p:sp>
        <p:nvSpPr>
          <p:cNvPr id="16" name="15 Estrella de 5 puntas"/>
          <p:cNvSpPr/>
          <p:nvPr/>
        </p:nvSpPr>
        <p:spPr>
          <a:xfrm>
            <a:off x="2375756" y="2204864"/>
            <a:ext cx="108012" cy="203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16 Estrella de 5 puntas"/>
          <p:cNvSpPr/>
          <p:nvPr/>
        </p:nvSpPr>
        <p:spPr>
          <a:xfrm>
            <a:off x="3484119" y="3112150"/>
            <a:ext cx="144016" cy="17283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5 CuadroTexto"/>
          <p:cNvSpPr txBox="1"/>
          <p:nvPr/>
        </p:nvSpPr>
        <p:spPr>
          <a:xfrm>
            <a:off x="3529522" y="306896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2</a:t>
            </a:r>
          </a:p>
        </p:txBody>
      </p:sp>
      <p:sp>
        <p:nvSpPr>
          <p:cNvPr id="18" name="17 Estrella de 5 puntas"/>
          <p:cNvSpPr/>
          <p:nvPr/>
        </p:nvSpPr>
        <p:spPr>
          <a:xfrm>
            <a:off x="6516216" y="3616206"/>
            <a:ext cx="144016" cy="17283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19 CuadroTexto"/>
          <p:cNvSpPr txBox="1"/>
          <p:nvPr/>
        </p:nvSpPr>
        <p:spPr>
          <a:xfrm>
            <a:off x="3059832" y="2564904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4</a:t>
            </a:r>
          </a:p>
        </p:txBody>
      </p:sp>
      <p:sp>
        <p:nvSpPr>
          <p:cNvPr id="21" name="20 Estrella de 5 puntas"/>
          <p:cNvSpPr/>
          <p:nvPr/>
        </p:nvSpPr>
        <p:spPr>
          <a:xfrm>
            <a:off x="4535996" y="3356992"/>
            <a:ext cx="180020" cy="1440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21 Estrella de 5 puntas"/>
          <p:cNvSpPr/>
          <p:nvPr/>
        </p:nvSpPr>
        <p:spPr>
          <a:xfrm>
            <a:off x="2951820" y="2636912"/>
            <a:ext cx="180020" cy="1440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22 Estrella de 5 puntas"/>
          <p:cNvSpPr/>
          <p:nvPr/>
        </p:nvSpPr>
        <p:spPr>
          <a:xfrm>
            <a:off x="2231740" y="2637144"/>
            <a:ext cx="180020" cy="1440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23 Estrella de 5 puntas"/>
          <p:cNvSpPr/>
          <p:nvPr/>
        </p:nvSpPr>
        <p:spPr>
          <a:xfrm>
            <a:off x="2915816" y="4077072"/>
            <a:ext cx="180020" cy="1440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24 CuadroTexto"/>
          <p:cNvSpPr txBox="1"/>
          <p:nvPr/>
        </p:nvSpPr>
        <p:spPr>
          <a:xfrm>
            <a:off x="2771800" y="3326795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1</a:t>
            </a:r>
          </a:p>
        </p:txBody>
      </p:sp>
      <p:sp>
        <p:nvSpPr>
          <p:cNvPr id="26" name="25 CuadroTexto"/>
          <p:cNvSpPr txBox="1"/>
          <p:nvPr/>
        </p:nvSpPr>
        <p:spPr>
          <a:xfrm>
            <a:off x="3681922" y="1628800"/>
            <a:ext cx="314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6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2305386" y="2636912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6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3203848" y="270892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3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2411760" y="2204864"/>
            <a:ext cx="314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/>
              <a:t>5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2915816" y="390285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8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4249602" y="426289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3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4609642" y="3221360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10</a:t>
            </a:r>
          </a:p>
        </p:txBody>
      </p:sp>
      <p:sp>
        <p:nvSpPr>
          <p:cNvPr id="33" name="32 CuadroTexto"/>
          <p:cNvSpPr txBox="1"/>
          <p:nvPr/>
        </p:nvSpPr>
        <p:spPr>
          <a:xfrm>
            <a:off x="6300192" y="3542819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11</a:t>
            </a:r>
          </a:p>
        </p:txBody>
      </p:sp>
      <p:sp>
        <p:nvSpPr>
          <p:cNvPr id="34" name="33 Estrella de 5 puntas"/>
          <p:cNvSpPr/>
          <p:nvPr/>
        </p:nvSpPr>
        <p:spPr>
          <a:xfrm>
            <a:off x="5112060" y="4005064"/>
            <a:ext cx="180020" cy="1440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34 CuadroTexto"/>
          <p:cNvSpPr txBox="1"/>
          <p:nvPr/>
        </p:nvSpPr>
        <p:spPr>
          <a:xfrm>
            <a:off x="5148064" y="3830851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b="1" dirty="0"/>
              <a:t>12</a:t>
            </a:r>
          </a:p>
        </p:txBody>
      </p:sp>
      <p:sp>
        <p:nvSpPr>
          <p:cNvPr id="36" name="35 Estrella de 5 puntas"/>
          <p:cNvSpPr/>
          <p:nvPr/>
        </p:nvSpPr>
        <p:spPr>
          <a:xfrm>
            <a:off x="2051720" y="2348880"/>
            <a:ext cx="180020" cy="14401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152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6656F-B070-BA9C-A96D-281DC9BF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Minnig</a:t>
            </a:r>
            <a:r>
              <a:rPr lang="es-MX" dirty="0"/>
              <a:t> Sites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2DBEDA-B167-BFD5-DAE5-8AB40C764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8B24D2-F840-6CDB-EFB8-3D696927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9" y="620688"/>
            <a:ext cx="8363271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60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59D6B-D860-91AE-595F-F4B75A29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Minning</a:t>
            </a:r>
            <a:r>
              <a:rPr lang="es-MX" dirty="0"/>
              <a:t> </a:t>
            </a:r>
            <a:r>
              <a:rPr lang="es-MX" dirty="0" err="1"/>
              <a:t>Equipments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C5AA01-909B-698B-41B8-73B3B23C7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64AD0E-67C7-E0B1-97C2-B9164552B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620688"/>
            <a:ext cx="8363272" cy="408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5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14E64-604D-96B3-EB9F-4D4BA65A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Laboratory</a:t>
            </a:r>
            <a:r>
              <a:rPr lang="es-MX" dirty="0"/>
              <a:t> </a:t>
            </a:r>
            <a:r>
              <a:rPr lang="es-MX" dirty="0" err="1"/>
              <a:t>Equipments</a:t>
            </a:r>
            <a:r>
              <a:rPr lang="es-MX" dirty="0"/>
              <a:t>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3EC60C8-5431-D97F-C4DF-7C7136C4F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238" y="822960"/>
            <a:ext cx="8183562" cy="375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8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5367" y="349758"/>
            <a:ext cx="6875145" cy="288541"/>
          </a:xfrm>
        </p:spPr>
        <p:txBody>
          <a:bodyPr/>
          <a:lstStyle/>
          <a:p>
            <a:r>
              <a:rPr lang="es-MX" dirty="0"/>
              <a:t>ANALISIS DE MINERAL “MULATOS”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4" name="Imagen 3" descr="C:\Users\usuario\Documents\PROYECTOS MINEROS\GAVILANES-Mesquitic\MULATOS\ENSAYES\Ensaye concentrado 3 (lavado Murillo)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857250"/>
            <a:ext cx="5062348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4437112"/>
            <a:ext cx="5504974" cy="1650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0" t="9514" r="15116"/>
          <a:stretch/>
        </p:blipFill>
        <p:spPr bwMode="auto">
          <a:xfrm>
            <a:off x="5543550" y="1028700"/>
            <a:ext cx="3371850" cy="2717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550" y="2864644"/>
            <a:ext cx="3600450" cy="31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/>
          <p:cNvSpPr txBox="1"/>
          <p:nvPr/>
        </p:nvSpPr>
        <p:spPr>
          <a:xfrm>
            <a:off x="2812744" y="1143000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s-MX" sz="900" dirty="0">
                <a:solidFill>
                  <a:prstClr val="black"/>
                </a:solidFill>
                <a:latin typeface="Calibri"/>
              </a:rPr>
              <a:t>-</a:t>
            </a:r>
            <a:r>
              <a:rPr lang="es-MX" sz="900" b="1" dirty="0">
                <a:solidFill>
                  <a:prstClr val="black"/>
                </a:solidFill>
                <a:latin typeface="Calibri"/>
              </a:rPr>
              <a:t> MULATOS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028530" y="971550"/>
            <a:ext cx="14654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s-MX" sz="1050" b="1" dirty="0">
                <a:solidFill>
                  <a:prstClr val="black"/>
                </a:solidFill>
                <a:latin typeface="Calibri"/>
              </a:rPr>
              <a:t>- MULATOS HEAD ORE </a:t>
            </a:r>
          </a:p>
        </p:txBody>
      </p:sp>
    </p:spTree>
    <p:extLst>
      <p:ext uri="{BB962C8B-B14F-4D97-AF65-F5344CB8AC3E}">
        <p14:creationId xmlns:p14="http://schemas.microsoft.com/office/powerpoint/2010/main" val="1926101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28851" y="1085850"/>
            <a:ext cx="4409123" cy="288541"/>
          </a:xfrm>
        </p:spPr>
        <p:txBody>
          <a:bodyPr/>
          <a:lstStyle/>
          <a:p>
            <a:r>
              <a:rPr lang="es-MX" dirty="0"/>
              <a:t>MULATOS CONCENTRATE ASSAYS: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idx="1"/>
          </p:nvPr>
        </p:nvSpPr>
        <p:spPr>
          <a:xfrm>
            <a:off x="595502" y="2241518"/>
            <a:ext cx="7745730" cy="276999"/>
          </a:xfrm>
        </p:spPr>
        <p:txBody>
          <a:bodyPr/>
          <a:lstStyle/>
          <a:p>
            <a:endParaRPr lang="es-MX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1" y="1328521"/>
            <a:ext cx="4584056" cy="4980799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5943600" y="4171950"/>
            <a:ext cx="16959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s-MX" sz="1350" b="1" dirty="0">
                <a:solidFill>
                  <a:srgbClr val="FF0000"/>
                </a:solidFill>
                <a:latin typeface="Calibri"/>
              </a:rPr>
              <a:t>Mulatos - Doré </a:t>
            </a:r>
            <a:r>
              <a:rPr lang="es-MX" sz="1350" b="1" dirty="0" err="1">
                <a:solidFill>
                  <a:srgbClr val="FF0000"/>
                </a:solidFill>
                <a:latin typeface="Calibri"/>
              </a:rPr>
              <a:t>Assay</a:t>
            </a:r>
            <a:endParaRPr lang="es-MX" sz="1350" b="1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11" name="Imagen 10" descr="C:\Users\usuario\Documents\PROYECTOS MINEROS\GAVILANES-Mesquitic\MULATOS\Foto concentrado PGM-Gavilanes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507" y="1657350"/>
            <a:ext cx="4045593" cy="4000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72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AA5DD-4BE4-4A6E-E5AF-4F57297A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DCD6050-9CC5-4C00-291E-FED468452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332656"/>
            <a:ext cx="8725325" cy="570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76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C9386-6EA0-4043-D851-CD057CEEA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427" y="260648"/>
            <a:ext cx="7326005" cy="577081"/>
          </a:xfrm>
        </p:spPr>
        <p:txBody>
          <a:bodyPr/>
          <a:lstStyle/>
          <a:p>
            <a:pPr algn="ctr"/>
            <a:r>
              <a:rPr lang="es-MX" dirty="0"/>
              <a:t>CHEMICAL ASSAYS FROM HEAD ORE AND DIRECTLY SMELTED, FROM A CERTIFIED USA LABORATORY.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3DD379-F937-A146-5137-00DBEC2A6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980728"/>
            <a:ext cx="4824536" cy="280831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7093F9-0D6C-14E0-CFA8-B5192AE3F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789040"/>
            <a:ext cx="5078758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79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51F2C-18A8-B864-5B30-2E75001B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6975CC65-1ABB-8A14-77A0-0BB5A5156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16" y="377189"/>
            <a:ext cx="8466956" cy="621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93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FB14D-1859-28B3-2B3C-81620371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9B742076-F05E-6DF8-909E-CE8E4BB9C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404664"/>
            <a:ext cx="8361218" cy="600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27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Título"/>
          <p:cNvSpPr>
            <a:spLocks noGrp="1"/>
          </p:cNvSpPr>
          <p:nvPr>
            <p:ph type="title"/>
          </p:nvPr>
        </p:nvSpPr>
        <p:spPr>
          <a:xfrm>
            <a:off x="971600" y="5733256"/>
            <a:ext cx="7643192" cy="589816"/>
          </a:xfrm>
        </p:spPr>
        <p:txBody>
          <a:bodyPr>
            <a:normAutofit fontScale="90000"/>
          </a:bodyPr>
          <a:lstStyle/>
          <a:p>
            <a:r>
              <a:rPr lang="es-MX" sz="2000" dirty="0"/>
              <a:t>ORGANIGRAMA PLANEADO DE “LANCE INTERNACIONAL”</a:t>
            </a:r>
          </a:p>
        </p:txBody>
      </p:sp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112850"/>
              </p:ext>
            </p:extLst>
          </p:nvPr>
        </p:nvGraphicFramePr>
        <p:xfrm>
          <a:off x="1043608" y="1124744"/>
          <a:ext cx="7416824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0118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26 Título"/>
          <p:cNvSpPr>
            <a:spLocks noGrp="1"/>
          </p:cNvSpPr>
          <p:nvPr>
            <p:ph type="title"/>
          </p:nvPr>
        </p:nvSpPr>
        <p:spPr>
          <a:xfrm>
            <a:off x="502920" y="5517232"/>
            <a:ext cx="8183880" cy="517808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…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>
                <a:solidFill>
                  <a:srgbClr val="C00000"/>
                </a:solidFill>
              </a:rPr>
              <a:t>CONSORCIO “METALS MEX - LANCE”</a:t>
            </a:r>
          </a:p>
          <a:p>
            <a:pPr marL="0" indent="0" algn="ctr">
              <a:buNone/>
            </a:pPr>
            <a:endParaRPr lang="es-MX" dirty="0"/>
          </a:p>
          <a:p>
            <a:pPr algn="ctr"/>
            <a:endParaRPr lang="es-MX" dirty="0"/>
          </a:p>
          <a:p>
            <a:pPr algn="ctr"/>
            <a:endParaRPr lang="es-MX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MX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ING. ANGEL EFRAIN RODRIGUEZ ORTIZ </a:t>
            </a:r>
          </a:p>
          <a:p>
            <a:pPr marL="0" indent="0" algn="ctr">
              <a:buNone/>
            </a:pPr>
            <a:r>
              <a:rPr lang="es-MX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LANCE INTERNACIONAL S.A. DE C.V.</a:t>
            </a:r>
            <a:endParaRPr lang="es-MX" sz="18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sz="1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sz="1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			</a:t>
            </a:r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lance.internacional@gmail.com</a:t>
            </a:r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	</a:t>
            </a:r>
          </a:p>
          <a:p>
            <a:pPr marL="0" indent="0">
              <a:buNone/>
            </a:pPr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			    Tel. (866)633-5420, 632-0237</a:t>
            </a:r>
            <a:endParaRPr lang="es-MX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243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1956</TotalTime>
  <Words>451</Words>
  <Application>Microsoft Office PowerPoint</Application>
  <PresentationFormat>Presentación en pantalla (4:3)</PresentationFormat>
  <Paragraphs>71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Calibri</vt:lpstr>
      <vt:lpstr>Times New Roman</vt:lpstr>
      <vt:lpstr>Verdana</vt:lpstr>
      <vt:lpstr>Wingdings 2</vt:lpstr>
      <vt:lpstr>Aspecto</vt:lpstr>
      <vt:lpstr>Office Theme</vt:lpstr>
      <vt:lpstr>   LANCE INTERNACIONAL S.A. DE C.V. CURRICULUM MINERO.  PRESENTACION EJECUTIVA.   Alamo 102, Col. Del Prado, Monclova, Coah.  Tel. (866)633-5420, 632-0237;  E-mail:  lance.internacional@gmail.com  </vt:lpstr>
      <vt:lpstr>Presentación de PowerPoint</vt:lpstr>
      <vt:lpstr>Presentación de PowerPoint</vt:lpstr>
      <vt:lpstr> LOCALIZACION DE AREAS MINERAS.  LANCE INTERNACIONAL S.A. DE C.V.  </vt:lpstr>
      <vt:lpstr>Minnig Sites</vt:lpstr>
      <vt:lpstr>Minning Equipments</vt:lpstr>
      <vt:lpstr>Laboratory Equipments.</vt:lpstr>
      <vt:lpstr>ANALISIS DE MINERAL “MULATOS”</vt:lpstr>
      <vt:lpstr>MULATOS CONCENTRATE ASSAYS:</vt:lpstr>
      <vt:lpstr>Presentación de PowerPoint</vt:lpstr>
      <vt:lpstr>CHEMICAL ASSAYS FROM HEAD ORE AND DIRECTLY SMELTED, FROM A CERTIFIED USA LABORATORY.</vt:lpstr>
      <vt:lpstr>Presentación de PowerPoint</vt:lpstr>
      <vt:lpstr>Presentación de PowerPoint</vt:lpstr>
      <vt:lpstr>ORGANIGRAMA PLANEADO DE “LANCE INTERNACIONAL”</vt:lpstr>
      <vt:lpstr>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INVITACION A INVERSIONISTAS MINERO-PETROLEROS  NACIONALES   ---   EXTRANJEROS</dc:title>
  <dc:creator>A. Efrain Rodriguez O.</dc:creator>
  <cp:lastModifiedBy>Angel Efrain Rodriguez Ortiz</cp:lastModifiedBy>
  <cp:revision>96</cp:revision>
  <cp:lastPrinted>2014-11-09T23:18:34Z</cp:lastPrinted>
  <dcterms:created xsi:type="dcterms:W3CDTF">2014-11-08T14:38:02Z</dcterms:created>
  <dcterms:modified xsi:type="dcterms:W3CDTF">2026-10-03T18:40:29Z</dcterms:modified>
</cp:coreProperties>
</file>